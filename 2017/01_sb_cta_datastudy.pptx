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handoutMasterIdLst>
    <p:handoutMasterId r:id="rId21"/>
  </p:handoutMasterIdLst>
  <p:sldIdLst>
    <p:sldId id="256" r:id="rId2"/>
    <p:sldId id="276" r:id="rId3"/>
    <p:sldId id="290" r:id="rId4"/>
    <p:sldId id="312" r:id="rId5"/>
    <p:sldId id="295" r:id="rId6"/>
    <p:sldId id="315" r:id="rId7"/>
    <p:sldId id="293" r:id="rId8"/>
    <p:sldId id="299" r:id="rId9"/>
    <p:sldId id="300" r:id="rId10"/>
    <p:sldId id="303" r:id="rId11"/>
    <p:sldId id="304" r:id="rId12"/>
    <p:sldId id="305" r:id="rId13"/>
    <p:sldId id="308" r:id="rId14"/>
    <p:sldId id="309" r:id="rId15"/>
    <p:sldId id="307" r:id="rId16"/>
    <p:sldId id="306" r:id="rId17"/>
    <p:sldId id="273" r:id="rId18"/>
    <p:sldId id="310" r:id="rId19"/>
  </p:sldIdLst>
  <p:sldSz cx="9144000" cy="6858000" type="screen4x3"/>
  <p:notesSz cx="7099300" cy="10234613"/>
  <p:defaultTextStyle>
    <a:defPPr>
      <a:defRPr lang="fr-FR"/>
    </a:defPPr>
    <a:lvl1pPr algn="l" defTabSz="457200" rtl="0" fontAlgn="base">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useTimings="0">
    <p:browse showScrollbar="0"/>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AA6EC"/>
    <a:srgbClr val="50D450"/>
    <a:srgbClr val="29A428"/>
    <a:srgbClr val="1F547E"/>
    <a:srgbClr val="1F497D"/>
    <a:srgbClr val="005D92"/>
    <a:srgbClr val="B7A797"/>
    <a:srgbClr val="B1BCA4"/>
    <a:srgbClr val="000000"/>
    <a:srgbClr val="FFC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Style léger 2 - Accentuation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93D81CF-94F2-401A-BA57-92F5A7B2D0C5}" styleName="Style moyen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84E427A-3D55-4303-BF80-6455036E1DE7}" styleName="Style à thème 1 - Accentuation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Style à thème 1 - Accentuation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Style à thème 1 - Accentuation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Style à thème 1 - Accentuation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56" autoAdjust="0"/>
    <p:restoredTop sz="88970" autoAdjust="0"/>
  </p:normalViewPr>
  <p:slideViewPr>
    <p:cSldViewPr snapToGrid="0">
      <p:cViewPr varScale="1">
        <p:scale>
          <a:sx n="57" d="100"/>
          <a:sy n="57" d="100"/>
        </p:scale>
        <p:origin x="576"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49" d="100"/>
          <a:sy n="49" d="100"/>
        </p:scale>
        <p:origin x="-1884" y="-102"/>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3075727" cy="511731"/>
          </a:xfrm>
          <a:prstGeom prst="rect">
            <a:avLst/>
          </a:prstGeom>
        </p:spPr>
        <p:txBody>
          <a:bodyPr vert="horz" lIns="99047" tIns="49524" rIns="99047" bIns="49524" rtlCol="0"/>
          <a:lstStyle>
            <a:lvl1pPr algn="l" fontAlgn="auto">
              <a:spcBef>
                <a:spcPts val="0"/>
              </a:spcBef>
              <a:spcAft>
                <a:spcPts val="0"/>
              </a:spcAft>
              <a:defRPr sz="1300">
                <a:latin typeface="+mn-lt"/>
                <a:ea typeface="+mn-ea"/>
                <a:cs typeface="+mn-cs"/>
              </a:defRPr>
            </a:lvl1pPr>
          </a:lstStyle>
          <a:p>
            <a:pPr>
              <a:defRPr/>
            </a:pPr>
            <a:endParaRPr lang="fr-FR"/>
          </a:p>
        </p:txBody>
      </p:sp>
      <p:sp>
        <p:nvSpPr>
          <p:cNvPr id="3" name="Espace réservé de la date 2"/>
          <p:cNvSpPr>
            <a:spLocks noGrp="1"/>
          </p:cNvSpPr>
          <p:nvPr>
            <p:ph type="dt" sz="quarter" idx="1"/>
          </p:nvPr>
        </p:nvSpPr>
        <p:spPr>
          <a:xfrm>
            <a:off x="4021984" y="0"/>
            <a:ext cx="3075727" cy="511731"/>
          </a:xfrm>
          <a:prstGeom prst="rect">
            <a:avLst/>
          </a:prstGeom>
        </p:spPr>
        <p:txBody>
          <a:bodyPr vert="horz" lIns="99047" tIns="49524" rIns="99047" bIns="49524" rtlCol="0"/>
          <a:lstStyle>
            <a:lvl1pPr algn="r" fontAlgn="auto">
              <a:spcBef>
                <a:spcPts val="0"/>
              </a:spcBef>
              <a:spcAft>
                <a:spcPts val="0"/>
              </a:spcAft>
              <a:defRPr sz="1300">
                <a:latin typeface="+mn-lt"/>
                <a:ea typeface="+mn-ea"/>
                <a:cs typeface="+mn-cs"/>
              </a:defRPr>
            </a:lvl1pPr>
          </a:lstStyle>
          <a:p>
            <a:pPr>
              <a:defRPr/>
            </a:pPr>
            <a:fld id="{9D06CBAB-0BA1-42AF-8B31-9DAE95BE60F2}" type="datetime1">
              <a:rPr lang="fr-FR"/>
              <a:pPr>
                <a:defRPr/>
              </a:pPr>
              <a:t>09/01/2017</a:t>
            </a:fld>
            <a:endParaRPr lang="fr-FR" dirty="0"/>
          </a:p>
        </p:txBody>
      </p:sp>
      <p:sp>
        <p:nvSpPr>
          <p:cNvPr id="4" name="Espace réservé du pied de page 3"/>
          <p:cNvSpPr>
            <a:spLocks noGrp="1"/>
          </p:cNvSpPr>
          <p:nvPr>
            <p:ph type="ftr" sz="quarter" idx="2"/>
          </p:nvPr>
        </p:nvSpPr>
        <p:spPr>
          <a:xfrm>
            <a:off x="1" y="9721159"/>
            <a:ext cx="3075727" cy="511731"/>
          </a:xfrm>
          <a:prstGeom prst="rect">
            <a:avLst/>
          </a:prstGeom>
        </p:spPr>
        <p:txBody>
          <a:bodyPr vert="horz" lIns="99047" tIns="49524" rIns="99047" bIns="49524" rtlCol="0" anchor="b"/>
          <a:lstStyle>
            <a:lvl1pPr algn="l" fontAlgn="auto">
              <a:spcBef>
                <a:spcPts val="0"/>
              </a:spcBef>
              <a:spcAft>
                <a:spcPts val="0"/>
              </a:spcAft>
              <a:defRPr sz="1300">
                <a:latin typeface="+mn-lt"/>
                <a:ea typeface="+mn-ea"/>
                <a:cs typeface="+mn-cs"/>
              </a:defRPr>
            </a:lvl1pPr>
          </a:lstStyle>
          <a:p>
            <a:pPr>
              <a:defRPr/>
            </a:pPr>
            <a:endParaRPr lang="fr-FR"/>
          </a:p>
        </p:txBody>
      </p:sp>
      <p:sp>
        <p:nvSpPr>
          <p:cNvPr id="5" name="Espace réservé du numéro de diapositive 4"/>
          <p:cNvSpPr>
            <a:spLocks noGrp="1"/>
          </p:cNvSpPr>
          <p:nvPr>
            <p:ph type="sldNum" sz="quarter" idx="3"/>
          </p:nvPr>
        </p:nvSpPr>
        <p:spPr>
          <a:xfrm>
            <a:off x="4021984" y="9721159"/>
            <a:ext cx="3075727" cy="511731"/>
          </a:xfrm>
          <a:prstGeom prst="rect">
            <a:avLst/>
          </a:prstGeom>
        </p:spPr>
        <p:txBody>
          <a:bodyPr vert="horz" lIns="99047" tIns="49524" rIns="99047" bIns="49524" rtlCol="0" anchor="b"/>
          <a:lstStyle>
            <a:lvl1pPr algn="r" fontAlgn="auto">
              <a:spcBef>
                <a:spcPts val="0"/>
              </a:spcBef>
              <a:spcAft>
                <a:spcPts val="0"/>
              </a:spcAft>
              <a:defRPr sz="1300">
                <a:latin typeface="+mn-lt"/>
                <a:ea typeface="+mn-ea"/>
                <a:cs typeface="+mn-cs"/>
              </a:defRPr>
            </a:lvl1pPr>
          </a:lstStyle>
          <a:p>
            <a:pPr>
              <a:defRPr/>
            </a:pPr>
            <a:fld id="{320D7951-8316-4B8D-BB05-64474AD63AFB}" type="slidenum">
              <a:rPr lang="fr-FR"/>
              <a:pPr>
                <a:defRPr/>
              </a:pPr>
              <a:t>‹N°›</a:t>
            </a:fld>
            <a:endParaRPr lang="fr-FR" dirty="0"/>
          </a:p>
        </p:txBody>
      </p:sp>
    </p:spTree>
    <p:extLst>
      <p:ext uri="{BB962C8B-B14F-4D97-AF65-F5344CB8AC3E}">
        <p14:creationId xmlns:p14="http://schemas.microsoft.com/office/powerpoint/2010/main" val="18882781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3075727" cy="511731"/>
          </a:xfrm>
          <a:prstGeom prst="rect">
            <a:avLst/>
          </a:prstGeom>
        </p:spPr>
        <p:txBody>
          <a:bodyPr vert="horz" lIns="99047" tIns="49524" rIns="99047" bIns="49524" rtlCol="0"/>
          <a:lstStyle>
            <a:lvl1pPr algn="l" fontAlgn="auto">
              <a:spcBef>
                <a:spcPts val="0"/>
              </a:spcBef>
              <a:spcAft>
                <a:spcPts val="0"/>
              </a:spcAft>
              <a:defRPr sz="1300">
                <a:latin typeface="+mn-lt"/>
                <a:ea typeface="+mn-ea"/>
                <a:cs typeface="+mn-cs"/>
              </a:defRPr>
            </a:lvl1pPr>
          </a:lstStyle>
          <a:p>
            <a:pPr>
              <a:defRPr/>
            </a:pPr>
            <a:endParaRPr lang="fr-FR"/>
          </a:p>
        </p:txBody>
      </p:sp>
      <p:sp>
        <p:nvSpPr>
          <p:cNvPr id="3" name="Espace réservé de la date 2"/>
          <p:cNvSpPr>
            <a:spLocks noGrp="1"/>
          </p:cNvSpPr>
          <p:nvPr>
            <p:ph type="dt" idx="1"/>
          </p:nvPr>
        </p:nvSpPr>
        <p:spPr>
          <a:xfrm>
            <a:off x="4021984" y="0"/>
            <a:ext cx="3075727" cy="511731"/>
          </a:xfrm>
          <a:prstGeom prst="rect">
            <a:avLst/>
          </a:prstGeom>
        </p:spPr>
        <p:txBody>
          <a:bodyPr vert="horz" lIns="99047" tIns="49524" rIns="99047" bIns="49524" rtlCol="0"/>
          <a:lstStyle>
            <a:lvl1pPr algn="r" fontAlgn="auto">
              <a:spcBef>
                <a:spcPts val="0"/>
              </a:spcBef>
              <a:spcAft>
                <a:spcPts val="0"/>
              </a:spcAft>
              <a:defRPr sz="1300">
                <a:latin typeface="+mn-lt"/>
                <a:ea typeface="+mn-ea"/>
                <a:cs typeface="+mn-cs"/>
              </a:defRPr>
            </a:lvl1pPr>
          </a:lstStyle>
          <a:p>
            <a:pPr>
              <a:defRPr/>
            </a:pPr>
            <a:fld id="{A7AB03E9-6C6A-42A9-8A84-DB564324CB0B}" type="datetime1">
              <a:rPr lang="fr-FR"/>
              <a:pPr>
                <a:defRPr/>
              </a:pPr>
              <a:t>09/01/2017</a:t>
            </a:fld>
            <a:endParaRPr lang="fr-FR" dirty="0"/>
          </a:p>
        </p:txBody>
      </p:sp>
      <p:sp>
        <p:nvSpPr>
          <p:cNvPr id="4" name="Espace réservé de l'image des diapositives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9047" tIns="49524" rIns="99047" bIns="49524" rtlCol="0" anchor="ctr"/>
          <a:lstStyle/>
          <a:p>
            <a:pPr lvl="0"/>
            <a:endParaRPr lang="fr-FR" noProof="0" dirty="0"/>
          </a:p>
        </p:txBody>
      </p:sp>
      <p:sp>
        <p:nvSpPr>
          <p:cNvPr id="5" name="Espace réservé des commentaires 4"/>
          <p:cNvSpPr>
            <a:spLocks noGrp="1"/>
          </p:cNvSpPr>
          <p:nvPr>
            <p:ph type="body" sz="quarter" idx="3"/>
          </p:nvPr>
        </p:nvSpPr>
        <p:spPr>
          <a:xfrm>
            <a:off x="709294" y="4860581"/>
            <a:ext cx="5680712" cy="4607299"/>
          </a:xfrm>
          <a:prstGeom prst="rect">
            <a:avLst/>
          </a:prstGeom>
        </p:spPr>
        <p:txBody>
          <a:bodyPr vert="horz" lIns="99047" tIns="49524" rIns="99047" bIns="49524" rtlCol="0">
            <a:normAutofit/>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Espace réservé du pied de page 5"/>
          <p:cNvSpPr>
            <a:spLocks noGrp="1"/>
          </p:cNvSpPr>
          <p:nvPr>
            <p:ph type="ftr" sz="quarter" idx="4"/>
          </p:nvPr>
        </p:nvSpPr>
        <p:spPr>
          <a:xfrm>
            <a:off x="1" y="9721159"/>
            <a:ext cx="3075727" cy="511731"/>
          </a:xfrm>
          <a:prstGeom prst="rect">
            <a:avLst/>
          </a:prstGeom>
        </p:spPr>
        <p:txBody>
          <a:bodyPr vert="horz" lIns="99047" tIns="49524" rIns="99047" bIns="49524" rtlCol="0" anchor="b"/>
          <a:lstStyle>
            <a:lvl1pPr algn="l" fontAlgn="auto">
              <a:spcBef>
                <a:spcPts val="0"/>
              </a:spcBef>
              <a:spcAft>
                <a:spcPts val="0"/>
              </a:spcAft>
              <a:defRPr sz="1300">
                <a:latin typeface="+mn-lt"/>
                <a:ea typeface="+mn-ea"/>
                <a:cs typeface="+mn-cs"/>
              </a:defRPr>
            </a:lvl1pPr>
          </a:lstStyle>
          <a:p>
            <a:pPr>
              <a:defRPr/>
            </a:pPr>
            <a:endParaRPr lang="fr-FR"/>
          </a:p>
        </p:txBody>
      </p:sp>
      <p:sp>
        <p:nvSpPr>
          <p:cNvPr id="7" name="Espace réservé du numéro de diapositive 6"/>
          <p:cNvSpPr>
            <a:spLocks noGrp="1"/>
          </p:cNvSpPr>
          <p:nvPr>
            <p:ph type="sldNum" sz="quarter" idx="5"/>
          </p:nvPr>
        </p:nvSpPr>
        <p:spPr>
          <a:xfrm>
            <a:off x="4021984" y="9721159"/>
            <a:ext cx="3075727" cy="511731"/>
          </a:xfrm>
          <a:prstGeom prst="rect">
            <a:avLst/>
          </a:prstGeom>
        </p:spPr>
        <p:txBody>
          <a:bodyPr vert="horz" lIns="99047" tIns="49524" rIns="99047" bIns="49524" rtlCol="0" anchor="b"/>
          <a:lstStyle>
            <a:lvl1pPr algn="r" fontAlgn="auto">
              <a:spcBef>
                <a:spcPts val="0"/>
              </a:spcBef>
              <a:spcAft>
                <a:spcPts val="0"/>
              </a:spcAft>
              <a:defRPr sz="1300">
                <a:latin typeface="+mn-lt"/>
                <a:ea typeface="+mn-ea"/>
                <a:cs typeface="+mn-cs"/>
              </a:defRPr>
            </a:lvl1pPr>
          </a:lstStyle>
          <a:p>
            <a:pPr>
              <a:defRPr/>
            </a:pPr>
            <a:fld id="{A74E1596-A129-4638-9F8E-3949BA5E7CE8}" type="slidenum">
              <a:rPr lang="fr-FR"/>
              <a:pPr>
                <a:defRPr/>
              </a:pPr>
              <a:t>‹N°›</a:t>
            </a:fld>
            <a:endParaRPr lang="fr-FR" dirty="0"/>
          </a:p>
        </p:txBody>
      </p:sp>
    </p:spTree>
    <p:extLst>
      <p:ext uri="{BB962C8B-B14F-4D97-AF65-F5344CB8AC3E}">
        <p14:creationId xmlns:p14="http://schemas.microsoft.com/office/powerpoint/2010/main" val="3669928602"/>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128"/>
        <a:cs typeface="ＭＳ Ｐゴシック"/>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128"/>
        <a:cs typeface="ＭＳ Ｐゴシック"/>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128"/>
        <a:cs typeface="ＭＳ Ｐゴシック"/>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a:t>
            </a:r>
            <a:r>
              <a:rPr lang="en-US" baseline="0" dirty="0"/>
              <a:t> needs to be developed, not the direct connection.</a:t>
            </a:r>
            <a:endParaRPr lang="en-US" dirty="0"/>
          </a:p>
        </p:txBody>
      </p:sp>
      <p:sp>
        <p:nvSpPr>
          <p:cNvPr id="4" name="Slide Number Placeholder 3"/>
          <p:cNvSpPr>
            <a:spLocks noGrp="1"/>
          </p:cNvSpPr>
          <p:nvPr>
            <p:ph type="sldNum" sz="quarter" idx="10"/>
          </p:nvPr>
        </p:nvSpPr>
        <p:spPr/>
        <p:txBody>
          <a:bodyPr/>
          <a:lstStyle/>
          <a:p>
            <a:pPr>
              <a:defRPr/>
            </a:pPr>
            <a:fld id="{A74E1596-A129-4638-9F8E-3949BA5E7CE8}" type="slidenum">
              <a:rPr lang="fr-FR" smtClean="0"/>
              <a:pPr>
                <a:defRPr/>
              </a:pPr>
              <a:t>8</a:t>
            </a:fld>
            <a:endParaRPr lang="fr-FR" dirty="0"/>
          </a:p>
        </p:txBody>
      </p:sp>
    </p:spTree>
    <p:extLst>
      <p:ext uri="{BB962C8B-B14F-4D97-AF65-F5344CB8AC3E}">
        <p14:creationId xmlns:p14="http://schemas.microsoft.com/office/powerpoint/2010/main" val="1434546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a:t>
            </a:r>
            <a:r>
              <a:rPr lang="en-US" baseline="0" dirty="0"/>
              <a:t> needs to be developed, not the direct connection.</a:t>
            </a:r>
            <a:endParaRPr lang="en-US" dirty="0"/>
          </a:p>
        </p:txBody>
      </p:sp>
      <p:sp>
        <p:nvSpPr>
          <p:cNvPr id="4" name="Slide Number Placeholder 3"/>
          <p:cNvSpPr>
            <a:spLocks noGrp="1"/>
          </p:cNvSpPr>
          <p:nvPr>
            <p:ph type="sldNum" sz="quarter" idx="10"/>
          </p:nvPr>
        </p:nvSpPr>
        <p:spPr/>
        <p:txBody>
          <a:bodyPr/>
          <a:lstStyle/>
          <a:p>
            <a:pPr>
              <a:defRPr/>
            </a:pPr>
            <a:fld id="{A74E1596-A129-4638-9F8E-3949BA5E7CE8}" type="slidenum">
              <a:rPr lang="fr-FR" smtClean="0"/>
              <a:pPr>
                <a:defRPr/>
              </a:pPr>
              <a:t>9</a:t>
            </a:fld>
            <a:endParaRPr lang="fr-FR" dirty="0"/>
          </a:p>
        </p:txBody>
      </p:sp>
    </p:spTree>
    <p:extLst>
      <p:ext uri="{BB962C8B-B14F-4D97-AF65-F5344CB8AC3E}">
        <p14:creationId xmlns:p14="http://schemas.microsoft.com/office/powerpoint/2010/main" val="1434546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a:t>
            </a:r>
            <a:r>
              <a:rPr lang="en-US" baseline="0" dirty="0"/>
              <a:t> needs to be developed, not the direct connection.</a:t>
            </a:r>
            <a:endParaRPr lang="en-US" dirty="0"/>
          </a:p>
        </p:txBody>
      </p:sp>
      <p:sp>
        <p:nvSpPr>
          <p:cNvPr id="4" name="Slide Number Placeholder 3"/>
          <p:cNvSpPr>
            <a:spLocks noGrp="1"/>
          </p:cNvSpPr>
          <p:nvPr>
            <p:ph type="sldNum" sz="quarter" idx="10"/>
          </p:nvPr>
        </p:nvSpPr>
        <p:spPr/>
        <p:txBody>
          <a:bodyPr/>
          <a:lstStyle/>
          <a:p>
            <a:pPr>
              <a:defRPr/>
            </a:pPr>
            <a:fld id="{A74E1596-A129-4638-9F8E-3949BA5E7CE8}" type="slidenum">
              <a:rPr lang="fr-FR" smtClean="0"/>
              <a:pPr>
                <a:defRPr/>
              </a:pPr>
              <a:t>10</a:t>
            </a:fld>
            <a:endParaRPr lang="fr-FR" dirty="0"/>
          </a:p>
        </p:txBody>
      </p:sp>
    </p:spTree>
    <p:extLst>
      <p:ext uri="{BB962C8B-B14F-4D97-AF65-F5344CB8AC3E}">
        <p14:creationId xmlns:p14="http://schemas.microsoft.com/office/powerpoint/2010/main" val="1434546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74E1596-A129-4638-9F8E-3949BA5E7CE8}" type="slidenum">
              <a:rPr lang="fr-FR" smtClean="0"/>
              <a:pPr>
                <a:defRPr/>
              </a:pPr>
              <a:t>11</a:t>
            </a:fld>
            <a:endParaRPr lang="fr-FR" dirty="0"/>
          </a:p>
        </p:txBody>
      </p:sp>
    </p:spTree>
    <p:extLst>
      <p:ext uri="{BB962C8B-B14F-4D97-AF65-F5344CB8AC3E}">
        <p14:creationId xmlns:p14="http://schemas.microsoft.com/office/powerpoint/2010/main" val="1434546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a:t>
            </a:r>
            <a:r>
              <a:rPr lang="en-US" baseline="0" dirty="0"/>
              <a:t> needs to be developed, not the direct connection.</a:t>
            </a:r>
            <a:endParaRPr lang="en-US" dirty="0"/>
          </a:p>
        </p:txBody>
      </p:sp>
      <p:sp>
        <p:nvSpPr>
          <p:cNvPr id="4" name="Slide Number Placeholder 3"/>
          <p:cNvSpPr>
            <a:spLocks noGrp="1"/>
          </p:cNvSpPr>
          <p:nvPr>
            <p:ph type="sldNum" sz="quarter" idx="10"/>
          </p:nvPr>
        </p:nvSpPr>
        <p:spPr/>
        <p:txBody>
          <a:bodyPr/>
          <a:lstStyle/>
          <a:p>
            <a:pPr>
              <a:defRPr/>
            </a:pPr>
            <a:fld id="{A74E1596-A129-4638-9F8E-3949BA5E7CE8}" type="slidenum">
              <a:rPr lang="fr-FR" smtClean="0"/>
              <a:pPr>
                <a:defRPr/>
              </a:pPr>
              <a:t>12</a:t>
            </a:fld>
            <a:endParaRPr lang="fr-FR" dirty="0"/>
          </a:p>
        </p:txBody>
      </p:sp>
    </p:spTree>
    <p:extLst>
      <p:ext uri="{BB962C8B-B14F-4D97-AF65-F5344CB8AC3E}">
        <p14:creationId xmlns:p14="http://schemas.microsoft.com/office/powerpoint/2010/main" val="1434546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a:t>
            </a:r>
            <a:r>
              <a:rPr lang="en-US" baseline="0" dirty="0"/>
              <a:t> needs to be developed, not the direct connection.</a:t>
            </a:r>
            <a:endParaRPr lang="en-US" dirty="0"/>
          </a:p>
        </p:txBody>
      </p:sp>
      <p:sp>
        <p:nvSpPr>
          <p:cNvPr id="4" name="Slide Number Placeholder 3"/>
          <p:cNvSpPr>
            <a:spLocks noGrp="1"/>
          </p:cNvSpPr>
          <p:nvPr>
            <p:ph type="sldNum" sz="quarter" idx="10"/>
          </p:nvPr>
        </p:nvSpPr>
        <p:spPr/>
        <p:txBody>
          <a:bodyPr/>
          <a:lstStyle/>
          <a:p>
            <a:pPr>
              <a:defRPr/>
            </a:pPr>
            <a:fld id="{A74E1596-A129-4638-9F8E-3949BA5E7CE8}" type="slidenum">
              <a:rPr lang="fr-FR" smtClean="0"/>
              <a:pPr>
                <a:defRPr/>
              </a:pPr>
              <a:t>13</a:t>
            </a:fld>
            <a:endParaRPr lang="fr-FR" dirty="0"/>
          </a:p>
        </p:txBody>
      </p:sp>
    </p:spTree>
    <p:extLst>
      <p:ext uri="{BB962C8B-B14F-4D97-AF65-F5344CB8AC3E}">
        <p14:creationId xmlns:p14="http://schemas.microsoft.com/office/powerpoint/2010/main" val="164558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a:t>
            </a:r>
            <a:r>
              <a:rPr lang="en-US" baseline="0" dirty="0"/>
              <a:t> needs to be developed, not the direct connection.</a:t>
            </a:r>
            <a:endParaRPr lang="en-US" dirty="0"/>
          </a:p>
        </p:txBody>
      </p:sp>
      <p:sp>
        <p:nvSpPr>
          <p:cNvPr id="4" name="Slide Number Placeholder 3"/>
          <p:cNvSpPr>
            <a:spLocks noGrp="1"/>
          </p:cNvSpPr>
          <p:nvPr>
            <p:ph type="sldNum" sz="quarter" idx="10"/>
          </p:nvPr>
        </p:nvSpPr>
        <p:spPr/>
        <p:txBody>
          <a:bodyPr/>
          <a:lstStyle/>
          <a:p>
            <a:pPr>
              <a:defRPr/>
            </a:pPr>
            <a:fld id="{A74E1596-A129-4638-9F8E-3949BA5E7CE8}" type="slidenum">
              <a:rPr lang="fr-FR" smtClean="0"/>
              <a:pPr>
                <a:defRPr/>
              </a:pPr>
              <a:t>14</a:t>
            </a:fld>
            <a:endParaRPr lang="fr-FR" dirty="0"/>
          </a:p>
        </p:txBody>
      </p:sp>
    </p:spTree>
    <p:extLst>
      <p:ext uri="{BB962C8B-B14F-4D97-AF65-F5344CB8AC3E}">
        <p14:creationId xmlns:p14="http://schemas.microsoft.com/office/powerpoint/2010/main" val="1011057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a:t>
            </a:r>
            <a:r>
              <a:rPr lang="en-US" baseline="0" dirty="0"/>
              <a:t> needs to be developed, not the direct connection.</a:t>
            </a:r>
            <a:endParaRPr lang="en-US" dirty="0"/>
          </a:p>
        </p:txBody>
      </p:sp>
      <p:sp>
        <p:nvSpPr>
          <p:cNvPr id="4" name="Slide Number Placeholder 3"/>
          <p:cNvSpPr>
            <a:spLocks noGrp="1"/>
          </p:cNvSpPr>
          <p:nvPr>
            <p:ph type="sldNum" sz="quarter" idx="10"/>
          </p:nvPr>
        </p:nvSpPr>
        <p:spPr/>
        <p:txBody>
          <a:bodyPr/>
          <a:lstStyle/>
          <a:p>
            <a:pPr>
              <a:defRPr/>
            </a:pPr>
            <a:fld id="{A74E1596-A129-4638-9F8E-3949BA5E7CE8}" type="slidenum">
              <a:rPr lang="fr-FR" smtClean="0"/>
              <a:pPr>
                <a:defRPr/>
              </a:pPr>
              <a:t>15</a:t>
            </a:fld>
            <a:endParaRPr lang="fr-FR" dirty="0"/>
          </a:p>
        </p:txBody>
      </p:sp>
    </p:spTree>
    <p:extLst>
      <p:ext uri="{BB962C8B-B14F-4D97-AF65-F5344CB8AC3E}">
        <p14:creationId xmlns:p14="http://schemas.microsoft.com/office/powerpoint/2010/main" val="1434546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a:t>
            </a:r>
            <a:r>
              <a:rPr lang="en-US" baseline="0" dirty="0"/>
              <a:t> needs to be developed, not the direct connection.</a:t>
            </a:r>
            <a:endParaRPr lang="en-US" dirty="0"/>
          </a:p>
        </p:txBody>
      </p:sp>
      <p:sp>
        <p:nvSpPr>
          <p:cNvPr id="4" name="Slide Number Placeholder 3"/>
          <p:cNvSpPr>
            <a:spLocks noGrp="1"/>
          </p:cNvSpPr>
          <p:nvPr>
            <p:ph type="sldNum" sz="quarter" idx="10"/>
          </p:nvPr>
        </p:nvSpPr>
        <p:spPr/>
        <p:txBody>
          <a:bodyPr/>
          <a:lstStyle/>
          <a:p>
            <a:pPr>
              <a:defRPr/>
            </a:pPr>
            <a:fld id="{A74E1596-A129-4638-9F8E-3949BA5E7CE8}" type="slidenum">
              <a:rPr lang="fr-FR" smtClean="0"/>
              <a:pPr>
                <a:defRPr/>
              </a:pPr>
              <a:t>16</a:t>
            </a:fld>
            <a:endParaRPr lang="fr-FR" dirty="0"/>
          </a:p>
        </p:txBody>
      </p:sp>
    </p:spTree>
    <p:extLst>
      <p:ext uri="{BB962C8B-B14F-4D97-AF65-F5344CB8AC3E}">
        <p14:creationId xmlns:p14="http://schemas.microsoft.com/office/powerpoint/2010/main" val="1434546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4" name="Slide Number Placeholder 3"/>
          <p:cNvSpPr>
            <a:spLocks noGrp="1"/>
          </p:cNvSpPr>
          <p:nvPr>
            <p:ph type="sldNum" sz="quarter" idx="5"/>
          </p:nvPr>
        </p:nvSpPr>
        <p:spPr/>
        <p:txBody>
          <a:bodyPr/>
          <a:lstStyle/>
          <a:p>
            <a:pPr>
              <a:defRPr/>
            </a:pPr>
            <a:fld id="{AE9F5ED4-398E-4546-8A2D-DEF2149421CA}" type="slidenum">
              <a:rPr lang="fr-FR" smtClean="0"/>
              <a:pPr>
                <a:defRPr/>
              </a:pPr>
              <a:t>17</a:t>
            </a:fld>
            <a:endParaRPr lang="fr-F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4" name="Slide Number Placeholder 3"/>
          <p:cNvSpPr>
            <a:spLocks noGrp="1"/>
          </p:cNvSpPr>
          <p:nvPr>
            <p:ph type="sldNum" sz="quarter" idx="5"/>
          </p:nvPr>
        </p:nvSpPr>
        <p:spPr/>
        <p:txBody>
          <a:bodyPr/>
          <a:lstStyle/>
          <a:p>
            <a:pPr>
              <a:defRPr/>
            </a:pPr>
            <a:fld id="{AE9F5ED4-398E-4546-8A2D-DEF2149421CA}" type="slidenum">
              <a:rPr lang="fr-FR" smtClean="0"/>
              <a:pPr>
                <a:defRPr/>
              </a:pPr>
              <a:t>18</a:t>
            </a:fld>
            <a:endParaRPr lang="fr-FR" dirty="0"/>
          </a:p>
        </p:txBody>
      </p:sp>
    </p:spTree>
    <p:extLst>
      <p:ext uri="{BB962C8B-B14F-4D97-AF65-F5344CB8AC3E}">
        <p14:creationId xmlns:p14="http://schemas.microsoft.com/office/powerpoint/2010/main" val="36299528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pic>
        <p:nvPicPr>
          <p:cNvPr id="4" name="Picture 4" descr="project_cdi_desktop.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ZoneTexte 7"/>
          <p:cNvSpPr txBox="1">
            <a:spLocks noChangeArrowheads="1"/>
          </p:cNvSpPr>
          <p:nvPr userDrawn="1"/>
        </p:nvSpPr>
        <p:spPr bwMode="auto">
          <a:xfrm>
            <a:off x="481013" y="1479550"/>
            <a:ext cx="4114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defRPr/>
            </a:pPr>
            <a:r>
              <a:rPr lang="en-US" sz="2400" b="1" dirty="0">
                <a:solidFill>
                  <a:schemeClr val="bg1"/>
                </a:solidFill>
                <a:latin typeface="Calibri" pitchFamily="34" charset="0"/>
              </a:rPr>
              <a:t>Where ICT meets Social &amp; Economic Development</a:t>
            </a:r>
          </a:p>
        </p:txBody>
      </p:sp>
      <p:sp>
        <p:nvSpPr>
          <p:cNvPr id="6" name="Rectangle 5"/>
          <p:cNvSpPr/>
          <p:nvPr userDrawn="1"/>
        </p:nvSpPr>
        <p:spPr>
          <a:xfrm>
            <a:off x="0" y="3079750"/>
            <a:ext cx="9144000" cy="149225"/>
          </a:xfrm>
          <a:prstGeom prst="rect">
            <a:avLst/>
          </a:prstGeom>
          <a:solidFill>
            <a:schemeClr val="accent1"/>
          </a:solidFill>
          <a:ln>
            <a:solidFill>
              <a:srgbClr val="29A428"/>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fr-FR" dirty="0"/>
          </a:p>
        </p:txBody>
      </p:sp>
      <p:sp>
        <p:nvSpPr>
          <p:cNvPr id="15" name="Titre 4"/>
          <p:cNvSpPr>
            <a:spLocks noGrp="1"/>
          </p:cNvSpPr>
          <p:nvPr>
            <p:ph type="title"/>
          </p:nvPr>
        </p:nvSpPr>
        <p:spPr>
          <a:xfrm>
            <a:off x="504825" y="3608623"/>
            <a:ext cx="8229600" cy="1181101"/>
          </a:xfrm>
          <a:prstGeom prst="rect">
            <a:avLst/>
          </a:prstGeom>
        </p:spPr>
        <p:txBody>
          <a:bodyPr vert="horz"/>
          <a:lstStyle>
            <a:lvl1pPr algn="l">
              <a:defRPr sz="3600" b="1" baseline="0">
                <a:solidFill>
                  <a:schemeClr val="tx1"/>
                </a:solidFill>
                <a:latin typeface="Trebuchet MS"/>
                <a:cs typeface="Trebuchet MS"/>
              </a:defRPr>
            </a:lvl1pPr>
          </a:lstStyle>
          <a:p>
            <a:r>
              <a:rPr lang="en-US" noProof="0"/>
              <a:t>Click to edit Master title style</a:t>
            </a:r>
            <a:endParaRPr lang="en-US" noProof="0" dirty="0"/>
          </a:p>
        </p:txBody>
      </p:sp>
      <p:sp>
        <p:nvSpPr>
          <p:cNvPr id="13" name="Text Placeholder 12"/>
          <p:cNvSpPr>
            <a:spLocks noGrp="1"/>
          </p:cNvSpPr>
          <p:nvPr>
            <p:ph type="body" sz="quarter" idx="10"/>
          </p:nvPr>
        </p:nvSpPr>
        <p:spPr>
          <a:xfrm>
            <a:off x="533400" y="5127625"/>
            <a:ext cx="8305800" cy="1306513"/>
          </a:xfrm>
        </p:spPr>
        <p:txBody>
          <a:bodyPr/>
          <a:lstStyle>
            <a:lvl1pPr marL="0">
              <a:buNone/>
              <a:defRPr sz="2000"/>
            </a:lvl1pPr>
            <a:lvl2pPr>
              <a:buNone/>
              <a:defRPr/>
            </a:lvl2pPr>
            <a:lvl3pPr>
              <a:buNone/>
              <a:defRPr/>
            </a:lvl3pPr>
            <a:lvl4pPr>
              <a:buNone/>
              <a:defRPr/>
            </a:lvl4pPr>
            <a:lvl5pPr>
              <a:buNone/>
              <a:defRPr/>
            </a:lvl5pPr>
          </a:lstStyle>
          <a:p>
            <a:pPr lvl="0"/>
            <a:r>
              <a:rPr lang="en-US" noProof="0" dirty="0"/>
              <a:t>Click to edit Master text styles</a:t>
            </a:r>
          </a:p>
        </p:txBody>
      </p:sp>
      <p:pic>
        <p:nvPicPr>
          <p:cNvPr id="1027" name="Picture 3" descr="C:\Users\boyera\Desktop\WF\Work\visio icon\sbc4d2 - Copie.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10171" y="234950"/>
            <a:ext cx="1117600" cy="12446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355474906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5" name="Rectangle 4"/>
          <p:cNvSpPr/>
          <p:nvPr/>
        </p:nvSpPr>
        <p:spPr bwMode="auto">
          <a:xfrm>
            <a:off x="0" y="6544075"/>
            <a:ext cx="9144000" cy="327573"/>
          </a:xfrm>
          <a:prstGeom prst="rect">
            <a:avLst/>
          </a:prstGeom>
          <a:solidFill>
            <a:srgbClr val="A4C4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indent="0" algn="ctr" defTabSz="457200" rtl="0" eaLnBrk="1" fontAlgn="base" latinLnBrk="0" hangingPunct="1">
              <a:lnSpc>
                <a:spcPct val="100000"/>
              </a:lnSpc>
              <a:spcBef>
                <a:spcPct val="0"/>
              </a:spcBef>
              <a:spcAft>
                <a:spcPct val="0"/>
              </a:spcAft>
              <a:buClrTx/>
              <a:buSzTx/>
              <a:buFontTx/>
              <a:buNone/>
              <a:tabLst/>
              <a:defRPr/>
            </a:pPr>
            <a:r>
              <a:rPr lang="en-US" sz="1100" dirty="0">
                <a:solidFill>
                  <a:schemeClr val="bg1"/>
                </a:solidFill>
              </a:rPr>
              <a:t>Copyright © 2017. SB</a:t>
            </a:r>
            <a:r>
              <a:rPr lang="en-US" sz="1100" baseline="0" dirty="0">
                <a:solidFill>
                  <a:schemeClr val="bg1"/>
                </a:solidFill>
              </a:rPr>
              <a:t>C4D – http://wwww.sbc4d.com</a:t>
            </a:r>
            <a:r>
              <a:rPr lang="en-US" sz="1100" dirty="0">
                <a:solidFill>
                  <a:schemeClr val="bg1"/>
                </a:solidFill>
              </a:rPr>
              <a:t>. All rights reserved</a:t>
            </a:r>
          </a:p>
        </p:txBody>
      </p:sp>
      <p:sp>
        <p:nvSpPr>
          <p:cNvPr id="6" name="Rectangle 5"/>
          <p:cNvSpPr/>
          <p:nvPr userDrawn="1"/>
        </p:nvSpPr>
        <p:spPr>
          <a:xfrm>
            <a:off x="0" y="812800"/>
            <a:ext cx="9144000" cy="1524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16" name="Titre 9"/>
          <p:cNvSpPr>
            <a:spLocks noGrp="1"/>
          </p:cNvSpPr>
          <p:nvPr userDrawn="1">
            <p:ph type="title"/>
          </p:nvPr>
        </p:nvSpPr>
        <p:spPr>
          <a:xfrm>
            <a:off x="448128" y="0"/>
            <a:ext cx="4777015" cy="812800"/>
          </a:xfrm>
          <a:prstGeom prst="rect">
            <a:avLst/>
          </a:prstGeom>
        </p:spPr>
        <p:txBody>
          <a:bodyPr vert="horz" anchor="ctr"/>
          <a:lstStyle>
            <a:lvl1pPr algn="l">
              <a:defRPr sz="2600" b="1">
                <a:solidFill>
                  <a:schemeClr val="tx1"/>
                </a:solidFill>
                <a:latin typeface="+mn-lt"/>
                <a:cs typeface="Calibri (Titres)"/>
              </a:defRPr>
            </a:lvl1pPr>
          </a:lstStyle>
          <a:p>
            <a:r>
              <a:rPr lang="en-US" noProof="0" dirty="0"/>
              <a:t>Click to edit Master title style</a:t>
            </a:r>
          </a:p>
        </p:txBody>
      </p:sp>
      <p:pic>
        <p:nvPicPr>
          <p:cNvPr id="2050" name="Picture 2" descr="C:\Users\boyera\Desktop\WF\Work\visio icon\sbc4d.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941434" y="54449"/>
            <a:ext cx="508000" cy="609600"/>
          </a:xfrm>
          <a:prstGeom prst="rect">
            <a:avLst/>
          </a:prstGeom>
          <a:noFill/>
          <a:extLst>
            <a:ext uri="{909E8E84-426E-40DD-AFC4-6F175D3DCCD1}">
              <a14:hiddenFill xmlns:a14="http://schemas.microsoft.com/office/drawing/2010/main">
                <a:solidFill>
                  <a:srgbClr val="FFFFFF"/>
                </a:solidFill>
              </a14:hiddenFill>
            </a:ext>
          </a:extLst>
        </p:spPr>
      </p:pic>
      <p:sp>
        <p:nvSpPr>
          <p:cNvPr id="10" name="Espace réservé du numéro de diapositive 5"/>
          <p:cNvSpPr txBox="1">
            <a:spLocks/>
          </p:cNvSpPr>
          <p:nvPr userDrawn="1"/>
        </p:nvSpPr>
        <p:spPr>
          <a:xfrm>
            <a:off x="8386454" y="6555864"/>
            <a:ext cx="730250" cy="308960"/>
          </a:xfrm>
          <a:prstGeom prst="rect">
            <a:avLst/>
          </a:prstGeom>
        </p:spPr>
        <p:txBody>
          <a:bodyPr/>
          <a:lstStyle>
            <a:defPPr>
              <a:defRPr lang="fr-FR"/>
            </a:defPPr>
            <a:lvl1pPr algn="r" defTabSz="457200" rtl="0" fontAlgn="base">
              <a:spcBef>
                <a:spcPct val="0"/>
              </a:spcBef>
              <a:spcAft>
                <a:spcPct val="0"/>
              </a:spcAft>
              <a:defRPr sz="1100" kern="1200">
                <a:solidFill>
                  <a:schemeClr val="bg1"/>
                </a:solidFill>
                <a:latin typeface="+mj-lt"/>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a:lstStyle>
          <a:p>
            <a:pPr>
              <a:defRPr/>
            </a:pPr>
            <a:fld id="{FF42B312-9817-492A-A2CE-1B0E09E6F02D}" type="slidenum">
              <a:rPr lang="en-US" smtClean="0"/>
              <a:pPr>
                <a:defRPr/>
              </a:pPr>
              <a:t>‹N°›</a:t>
            </a:fld>
            <a:endParaRPr lang="en-US" dirty="0"/>
          </a:p>
        </p:txBody>
      </p:sp>
    </p:spTree>
    <p:extLst>
      <p:ext uri="{BB962C8B-B14F-4D97-AF65-F5344CB8AC3E}">
        <p14:creationId xmlns:p14="http://schemas.microsoft.com/office/powerpoint/2010/main" val="25899490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Espace réservé du texte 2"/>
          <p:cNvSpPr>
            <a:spLocks noGrp="1"/>
          </p:cNvSpPr>
          <p:nvPr>
            <p:ph type="body" idx="1"/>
          </p:nvPr>
        </p:nvSpPr>
        <p:spPr bwMode="auto">
          <a:xfrm>
            <a:off x="457200" y="1219200"/>
            <a:ext cx="8229600" cy="490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here to modify texte styles of the mask</a:t>
            </a:r>
          </a:p>
          <a:p>
            <a:pPr lvl="1"/>
            <a:r>
              <a:rPr lang="en-US"/>
              <a:t>Second level</a:t>
            </a:r>
          </a:p>
          <a:p>
            <a:pPr lvl="2"/>
            <a:r>
              <a:rPr lang="fr-FR"/>
              <a:t>T</a:t>
            </a:r>
            <a:r>
              <a:rPr lang="en-US"/>
              <a:t>hird level</a:t>
            </a:r>
          </a:p>
          <a:p>
            <a:pPr lvl="3"/>
            <a:r>
              <a:rPr lang="fr-FR"/>
              <a:t>F</a:t>
            </a:r>
            <a:r>
              <a:rPr lang="en-US"/>
              <a:t>orth level</a:t>
            </a:r>
          </a:p>
          <a:p>
            <a:pPr lvl="4"/>
            <a:r>
              <a:rPr lang="fr-FR"/>
              <a:t>F</a:t>
            </a:r>
            <a:r>
              <a:rPr lang="en-US"/>
              <a:t>ifth level</a:t>
            </a:r>
          </a:p>
        </p:txBody>
      </p:sp>
      <p:sp>
        <p:nvSpPr>
          <p:cNvPr id="5" name="Espace réservé du pied de page 4"/>
          <p:cNvSpPr>
            <a:spLocks noGrp="1"/>
          </p:cNvSpPr>
          <p:nvPr>
            <p:ph type="ftr" sz="quarter" idx="3"/>
          </p:nvPr>
        </p:nvSpPr>
        <p:spPr>
          <a:xfrm>
            <a:off x="1393825" y="6645275"/>
            <a:ext cx="6051550" cy="212725"/>
          </a:xfrm>
          <a:prstGeom prst="rect">
            <a:avLst/>
          </a:prstGeom>
        </p:spPr>
        <p:txBody>
          <a:bodyPr/>
          <a:lstStyle>
            <a:lvl1pPr algn="ctr">
              <a:defRPr sz="1050">
                <a:solidFill>
                  <a:schemeClr val="bg1"/>
                </a:solidFill>
                <a:latin typeface="+mj-lt"/>
              </a:defRPr>
            </a:lvl1pPr>
          </a:lstStyle>
          <a:p>
            <a:pPr>
              <a:defRPr/>
            </a:pPr>
            <a:r>
              <a:rPr lang="en-US"/>
              <a:t>Copyright © 2011. World Wide Web Foundation. All rights reserved</a:t>
            </a:r>
          </a:p>
        </p:txBody>
      </p:sp>
    </p:spTree>
  </p:cSld>
  <p:clrMap bg1="lt1" tx1="dk1" bg2="lt2" tx2="dk2" accent1="accent1" accent2="accent2" accent3="accent3" accent4="accent4" accent5="accent5" accent6="accent6" hlink="hlink" folHlink="folHlink"/>
  <p:sldLayoutIdLst>
    <p:sldLayoutId id="2147485043" r:id="rId1"/>
    <p:sldLayoutId id="2147485044" r:id="rId2"/>
  </p:sldLayoutIdLst>
  <p:hf hdr="0" dt="0"/>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0" fontAlgn="base" hangingPunct="0">
        <a:spcBef>
          <a:spcPct val="0"/>
        </a:spcBef>
        <a:spcAft>
          <a:spcPct val="0"/>
        </a:spcAft>
        <a:defRPr sz="4400">
          <a:solidFill>
            <a:schemeClr val="tx1"/>
          </a:solidFill>
          <a:latin typeface="Trebuchet MS" pitchFamily="34" charset="0"/>
          <a:ea typeface="ＭＳ Ｐゴシック" charset="-128"/>
          <a:cs typeface="ＭＳ Ｐゴシック" charset="-128"/>
        </a:defRPr>
      </a:lvl2pPr>
      <a:lvl3pPr algn="ctr" defTabSz="457200" rtl="0" eaLnBrk="0" fontAlgn="base" hangingPunct="0">
        <a:spcBef>
          <a:spcPct val="0"/>
        </a:spcBef>
        <a:spcAft>
          <a:spcPct val="0"/>
        </a:spcAft>
        <a:defRPr sz="4400">
          <a:solidFill>
            <a:schemeClr val="tx1"/>
          </a:solidFill>
          <a:latin typeface="Trebuchet MS" pitchFamily="34" charset="0"/>
          <a:ea typeface="ＭＳ Ｐゴシック" charset="-128"/>
          <a:cs typeface="ＭＳ Ｐゴシック" charset="-128"/>
        </a:defRPr>
      </a:lvl3pPr>
      <a:lvl4pPr algn="ctr" defTabSz="457200" rtl="0" eaLnBrk="0" fontAlgn="base" hangingPunct="0">
        <a:spcBef>
          <a:spcPct val="0"/>
        </a:spcBef>
        <a:spcAft>
          <a:spcPct val="0"/>
        </a:spcAft>
        <a:defRPr sz="4400">
          <a:solidFill>
            <a:schemeClr val="tx1"/>
          </a:solidFill>
          <a:latin typeface="Trebuchet MS" pitchFamily="34" charset="0"/>
          <a:ea typeface="ＭＳ Ｐゴシック" charset="-128"/>
          <a:cs typeface="ＭＳ Ｐゴシック" charset="-128"/>
        </a:defRPr>
      </a:lvl4pPr>
      <a:lvl5pPr algn="ctr" defTabSz="457200" rtl="0" eaLnBrk="0" fontAlgn="base" hangingPunct="0">
        <a:spcBef>
          <a:spcPct val="0"/>
        </a:spcBef>
        <a:spcAft>
          <a:spcPct val="0"/>
        </a:spcAft>
        <a:defRPr sz="4400">
          <a:solidFill>
            <a:schemeClr val="tx1"/>
          </a:solidFill>
          <a:latin typeface="Trebuchet MS" pitchFamily="34" charset="0"/>
          <a:ea typeface="ＭＳ Ｐゴシック" charset="-128"/>
          <a:cs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0" fontAlgn="base" hangingPunct="0">
        <a:spcBef>
          <a:spcPct val="20000"/>
        </a:spcBef>
        <a:spcAft>
          <a:spcPct val="0"/>
        </a:spcAft>
        <a:buClr>
          <a:schemeClr val="accent1"/>
        </a:buClr>
        <a:buFont typeface="Courier New" pitchFamily="49" charset="0"/>
        <a:buChar char="o"/>
        <a:defRPr sz="27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Courier New" pitchFamily="49" charset="0"/>
        <a:buChar char="o"/>
        <a:defRPr sz="2000" kern="1200">
          <a:solidFill>
            <a:schemeClr val="tx1"/>
          </a:solidFill>
          <a:latin typeface="+mn-lt"/>
          <a:ea typeface="ＭＳ Ｐゴシック"/>
          <a:cs typeface="Arial"/>
        </a:defRPr>
      </a:lvl2pPr>
      <a:lvl3pPr marL="1143000" indent="-228600" algn="l" defTabSz="457200" rtl="0" eaLnBrk="0" fontAlgn="base" hangingPunct="0">
        <a:spcBef>
          <a:spcPct val="20000"/>
        </a:spcBef>
        <a:spcAft>
          <a:spcPct val="0"/>
        </a:spcAft>
        <a:buClr>
          <a:schemeClr val="accent1"/>
        </a:buClr>
        <a:buFont typeface="Courier New" pitchFamily="49" charset="0"/>
        <a:buChar char="o"/>
        <a:defRPr kern="1200">
          <a:solidFill>
            <a:schemeClr val="tx1"/>
          </a:solidFill>
          <a:latin typeface="+mn-lt"/>
          <a:ea typeface="ＭＳ Ｐゴシック"/>
          <a:cs typeface="Arial"/>
        </a:defRPr>
      </a:lvl3pPr>
      <a:lvl4pPr marL="1600200" indent="-228600" algn="l" defTabSz="457200" rtl="0" eaLnBrk="0" fontAlgn="base" hangingPunct="0">
        <a:spcBef>
          <a:spcPct val="20000"/>
        </a:spcBef>
        <a:spcAft>
          <a:spcPct val="0"/>
        </a:spcAft>
        <a:buFont typeface="Courier New" pitchFamily="49" charset="0"/>
        <a:buChar char="o"/>
        <a:defRPr sz="1600" kern="1200">
          <a:solidFill>
            <a:schemeClr val="tx1"/>
          </a:solidFill>
          <a:latin typeface="+mn-lt"/>
          <a:ea typeface="ＭＳ Ｐゴシック"/>
          <a:cs typeface="Arial"/>
        </a:defRPr>
      </a:lvl4pPr>
      <a:lvl5pPr marL="2057400" indent="-228600" algn="l" defTabSz="457200" rtl="0" eaLnBrk="0" fontAlgn="base" hangingPunct="0">
        <a:spcBef>
          <a:spcPct val="20000"/>
        </a:spcBef>
        <a:spcAft>
          <a:spcPct val="0"/>
        </a:spcAft>
        <a:buSzPct val="100000"/>
        <a:buFont typeface="Arial" pitchFamily="34" charset="0"/>
        <a:buChar char="•"/>
        <a:defRPr sz="1200" kern="1200">
          <a:solidFill>
            <a:schemeClr val="tx1"/>
          </a:solidFill>
          <a:latin typeface="+mn-lt"/>
          <a:ea typeface="ＭＳ Ｐゴシック"/>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en-US" dirty="0"/>
              <a:t>Data for Small-holder farmers </a:t>
            </a:r>
          </a:p>
        </p:txBody>
      </p:sp>
      <p:sp>
        <p:nvSpPr>
          <p:cNvPr id="3" name="Espace réservé du texte 2"/>
          <p:cNvSpPr>
            <a:spLocks noGrp="1"/>
          </p:cNvSpPr>
          <p:nvPr>
            <p:ph type="body" sz="quarter" idx="10"/>
          </p:nvPr>
        </p:nvSpPr>
        <p:spPr>
          <a:xfrm>
            <a:off x="478809" y="4868317"/>
            <a:ext cx="8305800" cy="1306513"/>
          </a:xfrm>
        </p:spPr>
        <p:txBody>
          <a:bodyPr/>
          <a:lstStyle/>
          <a:p>
            <a:r>
              <a:rPr lang="en-US" sz="1600" b="1" dirty="0" err="1">
                <a:latin typeface="Trebuchet MS" pitchFamily="34" charset="0"/>
              </a:rPr>
              <a:t>Stéphane</a:t>
            </a:r>
            <a:r>
              <a:rPr lang="en-US" sz="1600" b="1" dirty="0">
                <a:latin typeface="Trebuchet MS" pitchFamily="34" charset="0"/>
              </a:rPr>
              <a:t> </a:t>
            </a:r>
            <a:r>
              <a:rPr lang="en-US" sz="1600" b="1" dirty="0" err="1">
                <a:latin typeface="Trebuchet MS" pitchFamily="34" charset="0"/>
              </a:rPr>
              <a:t>Boyera</a:t>
            </a:r>
            <a:endParaRPr lang="en-US" sz="1600" b="1" dirty="0">
              <a:latin typeface="Trebuchet MS" pitchFamily="34" charset="0"/>
            </a:endParaRPr>
          </a:p>
          <a:p>
            <a:r>
              <a:rPr lang="fr-FR" sz="1600" b="1" dirty="0">
                <a:latin typeface="Trebuchet MS" pitchFamily="34" charset="0"/>
              </a:rPr>
              <a:t>CEO</a:t>
            </a:r>
            <a:endParaRPr lang="en-US" sz="1600" b="1" dirty="0">
              <a:latin typeface="Trebuchet MS" pitchFamily="34" charset="0"/>
            </a:endParaRPr>
          </a:p>
          <a:p>
            <a:r>
              <a:rPr lang="fr-FR" sz="1600" b="1" dirty="0">
                <a:latin typeface="Trebuchet MS" pitchFamily="34" charset="0"/>
              </a:rPr>
              <a:t>stephane@sbc4d.com</a:t>
            </a:r>
            <a:endParaRPr lang="en-US" sz="1600" b="1" dirty="0">
              <a:latin typeface="Trebuchet MS" pitchFamily="34" charset="0"/>
            </a:endParaRPr>
          </a:p>
          <a:p>
            <a:r>
              <a:rPr lang="en-US" sz="1600" b="1" dirty="0">
                <a:latin typeface="Trebuchet MS" pitchFamily="34" charset="0"/>
              </a:rPr>
              <a:t>SBC4D – http://www.sbc4d.com</a:t>
            </a:r>
          </a:p>
          <a:p>
            <a:r>
              <a:rPr lang="en-US" sz="1400" b="1" dirty="0">
                <a:latin typeface="Trebuchet MS" pitchFamily="34" charset="0"/>
              </a:rPr>
              <a:t>12 January 2017</a:t>
            </a:r>
          </a:p>
          <a:p>
            <a:endParaRPr lang="en-US" sz="1200" b="1" dirty="0">
              <a:latin typeface="Trebuchet MS" pitchFamily="34" charset="0"/>
            </a:endParaRPr>
          </a:p>
          <a:p>
            <a:endParaRPr lang="fr-FR" dirty="0"/>
          </a:p>
        </p:txBody>
      </p:sp>
    </p:spTree>
    <p:extLst>
      <p:ext uri="{BB962C8B-B14F-4D97-AF65-F5344CB8AC3E}">
        <p14:creationId xmlns:p14="http://schemas.microsoft.com/office/powerpoint/2010/main" val="447261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48128" y="0"/>
            <a:ext cx="7303800" cy="812800"/>
          </a:xfrm>
        </p:spPr>
        <p:txBody>
          <a:bodyPr/>
          <a:lstStyle/>
          <a:p>
            <a:r>
              <a:rPr lang="en-US" dirty="0"/>
              <a:t>SBC4D: Where ICT meets Social &amp; Economic Development</a:t>
            </a:r>
          </a:p>
        </p:txBody>
      </p:sp>
      <p:sp>
        <p:nvSpPr>
          <p:cNvPr id="4" name="Espace réservé du contenu 1"/>
          <p:cNvSpPr>
            <a:spLocks/>
          </p:cNvSpPr>
          <p:nvPr/>
        </p:nvSpPr>
        <p:spPr bwMode="auto">
          <a:xfrm>
            <a:off x="68240" y="1175388"/>
            <a:ext cx="6687403" cy="4973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accent1"/>
              </a:buClr>
              <a:buFont typeface="Courier New" pitchFamily="49" charset="0"/>
              <a:buChar char="o"/>
              <a:defRPr/>
            </a:pPr>
            <a:r>
              <a:rPr lang="en-US" sz="2000" b="1" dirty="0">
                <a:latin typeface="Trebuchet MS" pitchFamily="34" charset="0"/>
                <a:cs typeface="ＭＳ Ｐゴシック" pitchFamily="34" charset="-128"/>
              </a:rPr>
              <a:t> Consulting Company specialized in ICTD</a:t>
            </a:r>
          </a:p>
          <a:p>
            <a:pPr lvl="1" eaLnBrk="0" hangingPunct="0">
              <a:spcBef>
                <a:spcPct val="20000"/>
              </a:spcBef>
              <a:buClr>
                <a:schemeClr val="accent1"/>
              </a:buClr>
              <a:buFont typeface="Courier New" pitchFamily="49" charset="0"/>
              <a:buChar char="o"/>
              <a:defRPr/>
            </a:pPr>
            <a:r>
              <a:rPr lang="en-US" b="1" dirty="0">
                <a:latin typeface="Trebuchet MS" pitchFamily="34" charset="0"/>
                <a:cs typeface="ＭＳ Ｐゴシック" pitchFamily="34" charset="-128"/>
              </a:rPr>
              <a:t> Open Data &amp; Open Linked Data: Strategy &amp; Implementation</a:t>
            </a:r>
          </a:p>
          <a:p>
            <a:pPr lvl="2" eaLnBrk="0" hangingPunct="0">
              <a:spcBef>
                <a:spcPct val="20000"/>
              </a:spcBef>
              <a:buClr>
                <a:schemeClr val="accent1"/>
              </a:buClr>
              <a:buFont typeface="Courier New" pitchFamily="49" charset="0"/>
              <a:buChar char="o"/>
              <a:defRPr/>
            </a:pPr>
            <a:r>
              <a:rPr lang="en-US" b="1" dirty="0">
                <a:latin typeface="Trebuchet MS" pitchFamily="34" charset="0"/>
                <a:cs typeface="ＭＳ Ｐゴシック" pitchFamily="34" charset="-128"/>
              </a:rPr>
              <a:t> Supporting Governments in ACP Countries in their Open Data Initiative</a:t>
            </a:r>
          </a:p>
          <a:p>
            <a:pPr lvl="2" eaLnBrk="0" hangingPunct="0">
              <a:spcBef>
                <a:spcPct val="20000"/>
              </a:spcBef>
              <a:buClr>
                <a:schemeClr val="accent1"/>
              </a:buClr>
              <a:buFont typeface="Courier New" pitchFamily="49" charset="0"/>
              <a:buChar char="o"/>
              <a:defRPr/>
            </a:pPr>
            <a:r>
              <a:rPr lang="en-US" b="1" dirty="0">
                <a:latin typeface="Trebuchet MS" pitchFamily="34" charset="0"/>
                <a:cs typeface="ＭＳ Ｐゴシック" pitchFamily="34" charset="-128"/>
              </a:rPr>
              <a:t> Supporting International Organizations (e.g. WB, ODI, OKF, Web Foundation, IFAD, MCC…) in research capacity </a:t>
            </a:r>
            <a:r>
              <a:rPr lang="en-US" b="1" dirty="0" err="1">
                <a:latin typeface="Trebuchet MS" pitchFamily="34" charset="0"/>
                <a:cs typeface="ＭＳ Ｐゴシック" pitchFamily="34" charset="-128"/>
              </a:rPr>
              <a:t>buildig</a:t>
            </a:r>
            <a:r>
              <a:rPr lang="en-US" b="1" dirty="0">
                <a:latin typeface="Trebuchet MS" pitchFamily="34" charset="0"/>
                <a:cs typeface="ＭＳ Ｐゴシック" pitchFamily="34" charset="-128"/>
              </a:rPr>
              <a:t> &amp; implementation</a:t>
            </a:r>
          </a:p>
          <a:p>
            <a:pPr lvl="1" eaLnBrk="0" hangingPunct="0">
              <a:spcBef>
                <a:spcPct val="20000"/>
              </a:spcBef>
              <a:buClr>
                <a:schemeClr val="accent1"/>
              </a:buClr>
              <a:buFont typeface="Courier New" pitchFamily="49" charset="0"/>
              <a:buChar char="o"/>
              <a:defRPr/>
            </a:pPr>
            <a:r>
              <a:rPr lang="en-US" b="1" dirty="0">
                <a:latin typeface="Trebuchet MS" pitchFamily="34" charset="0"/>
                <a:cs typeface="ＭＳ Ｐゴシック" pitchFamily="34" charset="-128"/>
              </a:rPr>
              <a:t> Mobile &amp; Web services: Strategy, design, deployment. Specific expertise on multi-channel applications, and ICT for illiterate underprivileged communities</a:t>
            </a:r>
          </a:p>
          <a:p>
            <a:pPr eaLnBrk="0" hangingPunct="0">
              <a:spcBef>
                <a:spcPct val="20000"/>
              </a:spcBef>
              <a:buClr>
                <a:schemeClr val="accent1"/>
              </a:buClr>
              <a:buFont typeface="Courier New" pitchFamily="49" charset="0"/>
              <a:buChar char="o"/>
              <a:defRPr/>
            </a:pPr>
            <a:r>
              <a:rPr lang="en-US" sz="2000" b="1" dirty="0">
                <a:latin typeface="Trebuchet MS" pitchFamily="34" charset="0"/>
                <a:cs typeface="ＭＳ Ｐゴシック" pitchFamily="34" charset="-128"/>
              </a:rPr>
              <a:t> Sector Expertise: primarily Agriculture, but also Governance, Media, Health</a:t>
            </a:r>
          </a:p>
          <a:p>
            <a:pPr eaLnBrk="0" hangingPunct="0">
              <a:spcBef>
                <a:spcPct val="20000"/>
              </a:spcBef>
              <a:buClr>
                <a:schemeClr val="accent1"/>
              </a:buClr>
              <a:buFont typeface="Courier New" pitchFamily="49" charset="0"/>
              <a:buChar char="o"/>
              <a:defRPr/>
            </a:pPr>
            <a:r>
              <a:rPr lang="en-US" sz="2000" b="1" dirty="0">
                <a:latin typeface="Trebuchet MS" pitchFamily="34" charset="0"/>
                <a:cs typeface="ＭＳ Ｐゴシック" pitchFamily="34" charset="-128"/>
              </a:rPr>
              <a:t> Geography:</a:t>
            </a:r>
          </a:p>
          <a:p>
            <a:pPr lvl="1" eaLnBrk="0" hangingPunct="0">
              <a:spcBef>
                <a:spcPct val="20000"/>
              </a:spcBef>
              <a:buClr>
                <a:schemeClr val="accent1"/>
              </a:buClr>
              <a:buFont typeface="Courier New" pitchFamily="49" charset="0"/>
              <a:buChar char="o"/>
              <a:defRPr/>
            </a:pPr>
            <a:r>
              <a:rPr lang="en-US" b="1" dirty="0">
                <a:latin typeface="Trebuchet MS" pitchFamily="34" charset="0"/>
                <a:cs typeface="Arial" pitchFamily="34" charset="0"/>
              </a:rPr>
              <a:t> 70% of activities in Sub-Saharan Africa</a:t>
            </a:r>
          </a:p>
          <a:p>
            <a:pPr lvl="1" eaLnBrk="0" hangingPunct="0">
              <a:spcBef>
                <a:spcPct val="20000"/>
              </a:spcBef>
              <a:buClr>
                <a:schemeClr val="accent1"/>
              </a:buClr>
              <a:buFont typeface="Courier New" pitchFamily="49" charset="0"/>
              <a:buChar char="o"/>
              <a:defRPr/>
            </a:pPr>
            <a:r>
              <a:rPr lang="en-US" b="1" dirty="0">
                <a:latin typeface="Trebuchet MS" pitchFamily="34" charset="0"/>
                <a:cs typeface="Arial" pitchFamily="34" charset="0"/>
              </a:rPr>
              <a:t> Operation in South Asia (India, Indonesia), Pacific Islands (Fiji), Latin America (Chile, Colombia)</a:t>
            </a:r>
          </a:p>
        </p:txBody>
      </p:sp>
      <p:pic>
        <p:nvPicPr>
          <p:cNvPr id="1027" name="Picture 3" descr="D:\Apache2.2\htdocs\shuga\css\sbc4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6426" y="2912454"/>
            <a:ext cx="1797574" cy="1690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0034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48128" y="0"/>
            <a:ext cx="7303800" cy="812800"/>
          </a:xfrm>
        </p:spPr>
        <p:txBody>
          <a:bodyPr/>
          <a:lstStyle/>
          <a:p>
            <a:r>
              <a:rPr lang="en-US" sz="3200" dirty="0"/>
              <a:t>The Problem &amp; The Opportunity</a:t>
            </a:r>
            <a:endParaRPr lang="en-US" dirty="0"/>
          </a:p>
        </p:txBody>
      </p:sp>
      <p:pic>
        <p:nvPicPr>
          <p:cNvPr id="5" name="Image 4"/>
          <p:cNvPicPr>
            <a:picLocks noChangeAspect="1"/>
          </p:cNvPicPr>
          <p:nvPr/>
        </p:nvPicPr>
        <p:blipFill>
          <a:blip r:embed="rId2"/>
          <a:stretch>
            <a:fillRect/>
          </a:stretch>
        </p:blipFill>
        <p:spPr>
          <a:xfrm>
            <a:off x="0" y="1020018"/>
            <a:ext cx="5333124" cy="5400833"/>
          </a:xfrm>
          <a:prstGeom prst="rect">
            <a:avLst/>
          </a:prstGeom>
        </p:spPr>
      </p:pic>
      <p:pic>
        <p:nvPicPr>
          <p:cNvPr id="6" name="Image 5"/>
          <p:cNvPicPr>
            <a:picLocks noChangeAspect="1"/>
          </p:cNvPicPr>
          <p:nvPr/>
        </p:nvPicPr>
        <p:blipFill>
          <a:blip r:embed="rId3"/>
          <a:stretch>
            <a:fillRect/>
          </a:stretch>
        </p:blipFill>
        <p:spPr>
          <a:xfrm>
            <a:off x="4754941" y="1020018"/>
            <a:ext cx="4389059" cy="2277393"/>
          </a:xfrm>
          <a:prstGeom prst="rect">
            <a:avLst/>
          </a:prstGeom>
        </p:spPr>
      </p:pic>
    </p:spTree>
    <p:extLst>
      <p:ext uri="{BB962C8B-B14F-4D97-AF65-F5344CB8AC3E}">
        <p14:creationId xmlns:p14="http://schemas.microsoft.com/office/powerpoint/2010/main" val="1173124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48128" y="0"/>
            <a:ext cx="7303800" cy="812800"/>
          </a:xfrm>
        </p:spPr>
        <p:txBody>
          <a:bodyPr/>
          <a:lstStyle/>
          <a:p>
            <a:r>
              <a:rPr lang="en-US" sz="3200" dirty="0"/>
              <a:t>The hypothesis</a:t>
            </a:r>
            <a:endParaRPr lang="en-US" dirty="0"/>
          </a:p>
        </p:txBody>
      </p:sp>
      <p:sp>
        <p:nvSpPr>
          <p:cNvPr id="4" name="Espace réservé du contenu 1"/>
          <p:cNvSpPr>
            <a:spLocks/>
          </p:cNvSpPr>
          <p:nvPr/>
        </p:nvSpPr>
        <p:spPr bwMode="auto">
          <a:xfrm>
            <a:off x="633009" y="1216332"/>
            <a:ext cx="8000000" cy="283123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accent1"/>
              </a:buClr>
              <a:defRPr/>
            </a:pPr>
            <a:r>
              <a:rPr lang="en-US" sz="2800" b="1" dirty="0">
                <a:latin typeface="Trebuchet MS" pitchFamily="34" charset="0"/>
                <a:cs typeface="ＭＳ Ｐゴシック" pitchFamily="34" charset="-128"/>
              </a:rPr>
              <a:t>Provision of timely actionable information to small-holder farmers at each stage of the crop cycle can help bridging the productivity gap, make farmers more resilient to climate change and other potential disasters, and prevent food security issues                          </a:t>
            </a:r>
            <a:endParaRPr lang="en-US" sz="2800" dirty="0">
              <a:latin typeface="Trebuchet MS" pitchFamily="34" charset="0"/>
              <a:cs typeface="ＭＳ Ｐゴシック" pitchFamily="34" charset="-128"/>
            </a:endParaRPr>
          </a:p>
        </p:txBody>
      </p:sp>
      <p:pic>
        <p:nvPicPr>
          <p:cNvPr id="5" name="Image 4"/>
          <p:cNvPicPr>
            <a:picLocks noChangeAspect="1"/>
          </p:cNvPicPr>
          <p:nvPr/>
        </p:nvPicPr>
        <p:blipFill>
          <a:blip r:embed="rId2"/>
          <a:stretch>
            <a:fillRect/>
          </a:stretch>
        </p:blipFill>
        <p:spPr>
          <a:xfrm>
            <a:off x="3169024" y="4779465"/>
            <a:ext cx="4437529" cy="1450963"/>
          </a:xfrm>
          <a:prstGeom prst="rect">
            <a:avLst/>
          </a:prstGeom>
        </p:spPr>
      </p:pic>
    </p:spTree>
    <p:extLst>
      <p:ext uri="{BB962C8B-B14F-4D97-AF65-F5344CB8AC3E}">
        <p14:creationId xmlns:p14="http://schemas.microsoft.com/office/powerpoint/2010/main" val="3125309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2294" y="0"/>
            <a:ext cx="7552872" cy="812800"/>
          </a:xfrm>
        </p:spPr>
        <p:txBody>
          <a:bodyPr/>
          <a:lstStyle/>
          <a:p>
            <a:r>
              <a:rPr lang="fr-FR" sz="3200" dirty="0"/>
              <a:t>Actionnable information &amp; Data </a:t>
            </a:r>
            <a:r>
              <a:rPr lang="fr-FR" sz="3200" dirty="0" err="1"/>
              <a:t>needs</a:t>
            </a:r>
            <a:r>
              <a:rPr lang="fr-FR" sz="3200" dirty="0"/>
              <a:t> </a:t>
            </a:r>
          </a:p>
        </p:txBody>
      </p:sp>
      <p:pic>
        <p:nvPicPr>
          <p:cNvPr id="5" name="image04.png" descr="C:\Users\boyera\Desktop\cta_agri\core_concept.png"/>
          <p:cNvPicPr/>
          <p:nvPr/>
        </p:nvPicPr>
        <p:blipFill>
          <a:blip r:embed="rId2"/>
          <a:srcRect/>
          <a:stretch>
            <a:fillRect/>
          </a:stretch>
        </p:blipFill>
        <p:spPr>
          <a:xfrm>
            <a:off x="242047" y="1559859"/>
            <a:ext cx="8727141" cy="4625788"/>
          </a:xfrm>
          <a:prstGeom prst="rect">
            <a:avLst/>
          </a:prstGeom>
          <a:ln/>
        </p:spPr>
      </p:pic>
    </p:spTree>
    <p:extLst>
      <p:ext uri="{BB962C8B-B14F-4D97-AF65-F5344CB8AC3E}">
        <p14:creationId xmlns:p14="http://schemas.microsoft.com/office/powerpoint/2010/main" val="1140229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48128" y="0"/>
            <a:ext cx="7303800" cy="812800"/>
          </a:xfrm>
        </p:spPr>
        <p:txBody>
          <a:bodyPr/>
          <a:lstStyle/>
          <a:p>
            <a:r>
              <a:rPr lang="en-US" sz="3200" dirty="0"/>
              <a:t>Key Questions</a:t>
            </a:r>
            <a:endParaRPr lang="en-US" dirty="0"/>
          </a:p>
        </p:txBody>
      </p:sp>
      <p:sp>
        <p:nvSpPr>
          <p:cNvPr id="4" name="Espace réservé du contenu 1"/>
          <p:cNvSpPr>
            <a:spLocks/>
          </p:cNvSpPr>
          <p:nvPr/>
        </p:nvSpPr>
        <p:spPr bwMode="auto">
          <a:xfrm>
            <a:off x="68235" y="1216331"/>
            <a:ext cx="6224989" cy="4973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lnSpc>
                <a:spcPct val="150000"/>
              </a:lnSpc>
              <a:spcBef>
                <a:spcPct val="20000"/>
              </a:spcBef>
              <a:buClr>
                <a:schemeClr val="accent1"/>
              </a:buClr>
              <a:buFont typeface="Courier New" pitchFamily="49" charset="0"/>
              <a:buChar char="o"/>
              <a:defRPr/>
            </a:pPr>
            <a:r>
              <a:rPr lang="en-US" sz="2000" b="1" dirty="0">
                <a:latin typeface="Trebuchet MS" pitchFamily="34" charset="0"/>
                <a:cs typeface="ＭＳ Ｐゴシック" pitchFamily="34" charset="-128"/>
              </a:rPr>
              <a:t> Which information to collect at the famer level? (aka farmer profile) ?</a:t>
            </a:r>
          </a:p>
          <a:p>
            <a:pPr eaLnBrk="0" hangingPunct="0">
              <a:lnSpc>
                <a:spcPct val="150000"/>
              </a:lnSpc>
              <a:spcBef>
                <a:spcPct val="20000"/>
              </a:spcBef>
              <a:buClr>
                <a:schemeClr val="accent1"/>
              </a:buClr>
              <a:buFont typeface="Courier New" pitchFamily="49" charset="0"/>
              <a:buChar char="o"/>
              <a:defRPr/>
            </a:pPr>
            <a:r>
              <a:rPr lang="fr-FR" sz="2000" b="1" dirty="0">
                <a:latin typeface="Trebuchet MS" pitchFamily="34" charset="0"/>
                <a:cs typeface="ＭＳ Ｐゴシック" pitchFamily="34" charset="-128"/>
              </a:rPr>
              <a:t> </a:t>
            </a:r>
            <a:r>
              <a:rPr lang="en-US" sz="2000" b="1" dirty="0">
                <a:latin typeface="Trebuchet MS" pitchFamily="34" charset="0"/>
                <a:cs typeface="ＭＳ Ｐゴシック" pitchFamily="34" charset="-128"/>
              </a:rPr>
              <a:t>Which datasets are useful?</a:t>
            </a:r>
          </a:p>
          <a:p>
            <a:pPr eaLnBrk="0" hangingPunct="0">
              <a:lnSpc>
                <a:spcPct val="150000"/>
              </a:lnSpc>
              <a:spcBef>
                <a:spcPct val="20000"/>
              </a:spcBef>
              <a:buClr>
                <a:schemeClr val="accent1"/>
              </a:buClr>
              <a:buFont typeface="Courier New" pitchFamily="49" charset="0"/>
              <a:buChar char="o"/>
              <a:defRPr/>
            </a:pPr>
            <a:r>
              <a:rPr lang="fr-FR" sz="2000" b="1" dirty="0">
                <a:latin typeface="Trebuchet MS" pitchFamily="34" charset="0"/>
                <a:cs typeface="ＭＳ Ｐゴシック" pitchFamily="34" charset="-128"/>
              </a:rPr>
              <a:t> </a:t>
            </a:r>
            <a:r>
              <a:rPr lang="en-US" sz="2000" b="1" dirty="0">
                <a:latin typeface="Trebuchet MS" pitchFamily="34" charset="0"/>
                <a:cs typeface="ＭＳ Ｐゴシック" pitchFamily="34" charset="-128"/>
              </a:rPr>
              <a:t>Which technologies to collect data?</a:t>
            </a:r>
          </a:p>
          <a:p>
            <a:pPr eaLnBrk="0" hangingPunct="0">
              <a:lnSpc>
                <a:spcPct val="150000"/>
              </a:lnSpc>
              <a:spcBef>
                <a:spcPct val="20000"/>
              </a:spcBef>
              <a:buClr>
                <a:schemeClr val="accent1"/>
              </a:buClr>
              <a:buFont typeface="Courier New" pitchFamily="49" charset="0"/>
              <a:buChar char="o"/>
              <a:defRPr/>
            </a:pPr>
            <a:r>
              <a:rPr lang="fr-FR" sz="2000" b="1" dirty="0">
                <a:latin typeface="Trebuchet MS" pitchFamily="34" charset="0"/>
                <a:cs typeface="ＭＳ Ｐゴシック" pitchFamily="34" charset="-128"/>
              </a:rPr>
              <a:t> </a:t>
            </a:r>
            <a:r>
              <a:rPr lang="en-US" sz="2000" b="1" dirty="0">
                <a:latin typeface="Trebuchet MS" pitchFamily="34" charset="0"/>
                <a:cs typeface="ＭＳ Ｐゴシック" pitchFamily="34" charset="-128"/>
              </a:rPr>
              <a:t>Which technologies to deliver services</a:t>
            </a:r>
          </a:p>
          <a:p>
            <a:pPr eaLnBrk="0" hangingPunct="0">
              <a:lnSpc>
                <a:spcPct val="150000"/>
              </a:lnSpc>
              <a:spcBef>
                <a:spcPct val="20000"/>
              </a:spcBef>
              <a:buClr>
                <a:schemeClr val="accent1"/>
              </a:buClr>
              <a:buFont typeface="Courier New" pitchFamily="49" charset="0"/>
              <a:buChar char="o"/>
              <a:defRPr/>
            </a:pPr>
            <a:r>
              <a:rPr lang="fr-FR" sz="2000" b="1" dirty="0">
                <a:latin typeface="Trebuchet MS" pitchFamily="34" charset="0"/>
                <a:cs typeface="ＭＳ Ｐゴシック" pitchFamily="34" charset="-128"/>
              </a:rPr>
              <a:t> </a:t>
            </a:r>
            <a:r>
              <a:rPr lang="en-US" sz="2000" b="1" dirty="0">
                <a:latin typeface="Trebuchet MS" pitchFamily="34" charset="0"/>
                <a:cs typeface="ＭＳ Ｐゴシック" pitchFamily="34" charset="-128"/>
              </a:rPr>
              <a:t>What are challenges?</a:t>
            </a:r>
          </a:p>
          <a:p>
            <a:pPr eaLnBrk="0" hangingPunct="0">
              <a:lnSpc>
                <a:spcPct val="150000"/>
              </a:lnSpc>
              <a:spcBef>
                <a:spcPct val="20000"/>
              </a:spcBef>
              <a:buClr>
                <a:schemeClr val="accent1"/>
              </a:buClr>
              <a:buFont typeface="Courier New" pitchFamily="49" charset="0"/>
              <a:buChar char="o"/>
              <a:defRPr/>
            </a:pPr>
            <a:r>
              <a:rPr lang="fr-FR" sz="2000" b="1" dirty="0">
                <a:latin typeface="Trebuchet MS" pitchFamily="34" charset="0"/>
                <a:cs typeface="ＭＳ Ｐゴシック" pitchFamily="34" charset="-128"/>
              </a:rPr>
              <a:t> </a:t>
            </a:r>
            <a:r>
              <a:rPr lang="en-US" sz="2000" b="1" dirty="0">
                <a:latin typeface="Trebuchet MS" pitchFamily="34" charset="0"/>
                <a:cs typeface="ＭＳ Ｐゴシック" pitchFamily="34" charset="-128"/>
              </a:rPr>
              <a:t>Is there any other elements to take into account (aka other enablers)?</a:t>
            </a:r>
            <a:endParaRPr lang="en-US" sz="2000" dirty="0">
              <a:latin typeface="Trebuchet MS" pitchFamily="34" charset="0"/>
              <a:cs typeface="ＭＳ Ｐゴシック" pitchFamily="34" charset="-128"/>
            </a:endParaRPr>
          </a:p>
        </p:txBody>
      </p:sp>
      <p:pic>
        <p:nvPicPr>
          <p:cNvPr id="5" name="Image 4"/>
          <p:cNvPicPr>
            <a:picLocks noChangeAspect="1"/>
          </p:cNvPicPr>
          <p:nvPr/>
        </p:nvPicPr>
        <p:blipFill>
          <a:blip r:embed="rId2"/>
          <a:stretch>
            <a:fillRect/>
          </a:stretch>
        </p:blipFill>
        <p:spPr>
          <a:xfrm>
            <a:off x="5594537" y="2628625"/>
            <a:ext cx="3051922" cy="3426872"/>
          </a:xfrm>
          <a:prstGeom prst="rect">
            <a:avLst/>
          </a:prstGeom>
        </p:spPr>
      </p:pic>
    </p:spTree>
    <p:extLst>
      <p:ext uri="{BB962C8B-B14F-4D97-AF65-F5344CB8AC3E}">
        <p14:creationId xmlns:p14="http://schemas.microsoft.com/office/powerpoint/2010/main" val="3757802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1"/>
          <p:cNvSpPr>
            <a:spLocks/>
          </p:cNvSpPr>
          <p:nvPr/>
        </p:nvSpPr>
        <p:spPr bwMode="auto">
          <a:xfrm>
            <a:off x="448128" y="1628294"/>
            <a:ext cx="7178725" cy="468871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lvl="1" eaLnBrk="0" hangingPunct="0">
              <a:spcBef>
                <a:spcPct val="20000"/>
              </a:spcBef>
              <a:buClr>
                <a:schemeClr val="accent1"/>
              </a:buClr>
              <a:buFont typeface="Courier New" pitchFamily="49" charset="0"/>
              <a:buChar char="o"/>
              <a:defRPr/>
            </a:pPr>
            <a:r>
              <a:rPr lang="en-US" sz="2000" b="1" dirty="0">
                <a:latin typeface="Trebuchet MS" pitchFamily="34" charset="0"/>
                <a:cs typeface="ＭＳ Ｐゴシック" pitchFamily="34" charset="-128"/>
              </a:rPr>
              <a:t> Look at each phase of the crop cycle</a:t>
            </a:r>
          </a:p>
          <a:p>
            <a:pPr lvl="1" eaLnBrk="0" hangingPunct="0">
              <a:spcBef>
                <a:spcPct val="20000"/>
              </a:spcBef>
              <a:buClr>
                <a:schemeClr val="accent1"/>
              </a:buClr>
              <a:buFont typeface="Courier New" pitchFamily="49" charset="0"/>
              <a:buChar char="o"/>
              <a:defRPr/>
            </a:pPr>
            <a:r>
              <a:rPr lang="en-US" sz="2000" b="1" dirty="0">
                <a:latin typeface="Trebuchet MS" pitchFamily="34" charset="0"/>
                <a:cs typeface="ＭＳ Ｐゴシック" pitchFamily="34" charset="-128"/>
              </a:rPr>
              <a:t> Identify farmer pain points and existing services to support the cycle</a:t>
            </a:r>
          </a:p>
          <a:p>
            <a:pPr lvl="1" eaLnBrk="0" hangingPunct="0">
              <a:spcBef>
                <a:spcPct val="20000"/>
              </a:spcBef>
              <a:buClr>
                <a:schemeClr val="accent1"/>
              </a:buClr>
              <a:buFont typeface="Courier New" pitchFamily="49" charset="0"/>
              <a:buChar char="o"/>
              <a:defRPr/>
            </a:pPr>
            <a:r>
              <a:rPr lang="en-US" sz="2000" b="1" dirty="0">
                <a:latin typeface="Trebuchet MS" pitchFamily="34" charset="0"/>
                <a:cs typeface="ＭＳ Ｐゴシック" pitchFamily="34" charset="-128"/>
              </a:rPr>
              <a:t> Identify the stakeholders involved in the cycle</a:t>
            </a:r>
          </a:p>
          <a:p>
            <a:pPr lvl="1" eaLnBrk="0" hangingPunct="0">
              <a:spcBef>
                <a:spcPct val="20000"/>
              </a:spcBef>
              <a:buClr>
                <a:schemeClr val="accent1"/>
              </a:buClr>
              <a:buFont typeface="Courier New" pitchFamily="49" charset="0"/>
              <a:buChar char="o"/>
              <a:defRPr/>
            </a:pPr>
            <a:r>
              <a:rPr lang="en-US" sz="2000" b="1" dirty="0">
                <a:latin typeface="Trebuchet MS" pitchFamily="34" charset="0"/>
                <a:cs typeface="ＭＳ Ｐゴシック" pitchFamily="34" charset="-128"/>
              </a:rPr>
              <a:t> Identify stakeholder data need and the way they access/acquire it</a:t>
            </a:r>
          </a:p>
          <a:p>
            <a:pPr lvl="2" eaLnBrk="0" hangingPunct="0">
              <a:spcBef>
                <a:spcPct val="20000"/>
              </a:spcBef>
              <a:buClr>
                <a:schemeClr val="accent1"/>
              </a:buClr>
              <a:buFont typeface="Courier New" pitchFamily="49" charset="0"/>
              <a:buChar char="o"/>
              <a:defRPr/>
            </a:pPr>
            <a:r>
              <a:rPr lang="en-US" sz="2000" b="1" dirty="0">
                <a:latin typeface="Trebuchet MS" pitchFamily="34" charset="0"/>
                <a:cs typeface="ＭＳ Ｐゴシック" pitchFamily="34" charset="-128"/>
              </a:rPr>
              <a:t> includes technology</a:t>
            </a:r>
          </a:p>
          <a:p>
            <a:pPr lvl="1" eaLnBrk="0" hangingPunct="0">
              <a:spcBef>
                <a:spcPct val="20000"/>
              </a:spcBef>
              <a:buClr>
                <a:schemeClr val="accent1"/>
              </a:buClr>
              <a:buFont typeface="Courier New" pitchFamily="49" charset="0"/>
              <a:buChar char="o"/>
              <a:defRPr/>
            </a:pPr>
            <a:r>
              <a:rPr lang="en-US" sz="2000" b="1" dirty="0">
                <a:latin typeface="Trebuchet MS" pitchFamily="34" charset="0"/>
                <a:cs typeface="ＭＳ Ｐゴシック" pitchFamily="34" charset="-128"/>
              </a:rPr>
              <a:t> Identify service delivery processes</a:t>
            </a:r>
          </a:p>
          <a:p>
            <a:pPr lvl="2" eaLnBrk="0" hangingPunct="0">
              <a:spcBef>
                <a:spcPct val="20000"/>
              </a:spcBef>
              <a:buClr>
                <a:schemeClr val="accent1"/>
              </a:buClr>
              <a:buFont typeface="Courier New" pitchFamily="49" charset="0"/>
              <a:buChar char="o"/>
              <a:defRPr/>
            </a:pPr>
            <a:r>
              <a:rPr lang="en-US" sz="2000" b="1" dirty="0">
                <a:latin typeface="Trebuchet MS" pitchFamily="34" charset="0"/>
                <a:cs typeface="ＭＳ Ｐゴシック" pitchFamily="34" charset="-128"/>
              </a:rPr>
              <a:t> includes technology</a:t>
            </a:r>
          </a:p>
          <a:p>
            <a:pPr lvl="1" eaLnBrk="0" hangingPunct="0">
              <a:spcBef>
                <a:spcPct val="20000"/>
              </a:spcBef>
              <a:buClr>
                <a:schemeClr val="accent1"/>
              </a:buClr>
              <a:buFont typeface="Courier New" pitchFamily="49" charset="0"/>
              <a:buChar char="o"/>
              <a:defRPr/>
            </a:pPr>
            <a:r>
              <a:rPr lang="en-US" sz="2000" b="1" dirty="0">
                <a:latin typeface="Trebuchet MS" pitchFamily="34" charset="0"/>
                <a:cs typeface="ＭＳ Ｐゴシック" pitchFamily="34" charset="-128"/>
              </a:rPr>
              <a:t> Explore challenges</a:t>
            </a:r>
          </a:p>
        </p:txBody>
      </p:sp>
      <p:sp>
        <p:nvSpPr>
          <p:cNvPr id="2" name="Titre 1"/>
          <p:cNvSpPr>
            <a:spLocks noGrp="1"/>
          </p:cNvSpPr>
          <p:nvPr>
            <p:ph type="title"/>
          </p:nvPr>
        </p:nvSpPr>
        <p:spPr>
          <a:xfrm>
            <a:off x="448128" y="0"/>
            <a:ext cx="7303800" cy="812800"/>
          </a:xfrm>
        </p:spPr>
        <p:txBody>
          <a:bodyPr/>
          <a:lstStyle/>
          <a:p>
            <a:r>
              <a:rPr lang="en-US" sz="3200" dirty="0"/>
              <a:t>Approach</a:t>
            </a:r>
            <a:endParaRPr lang="en-US" dirty="0"/>
          </a:p>
        </p:txBody>
      </p:sp>
      <p:pic>
        <p:nvPicPr>
          <p:cNvPr id="3" name="Image 2"/>
          <p:cNvPicPr>
            <a:picLocks noChangeAspect="1"/>
          </p:cNvPicPr>
          <p:nvPr/>
        </p:nvPicPr>
        <p:blipFill>
          <a:blip r:embed="rId2"/>
          <a:stretch>
            <a:fillRect/>
          </a:stretch>
        </p:blipFill>
        <p:spPr>
          <a:xfrm>
            <a:off x="5572074" y="3878519"/>
            <a:ext cx="3256050" cy="2344356"/>
          </a:xfrm>
          <a:prstGeom prst="rect">
            <a:avLst/>
          </a:prstGeom>
        </p:spPr>
      </p:pic>
    </p:spTree>
    <p:extLst>
      <p:ext uri="{BB962C8B-B14F-4D97-AF65-F5344CB8AC3E}">
        <p14:creationId xmlns:p14="http://schemas.microsoft.com/office/powerpoint/2010/main" val="3300043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1"/>
          <p:cNvSpPr>
            <a:spLocks/>
          </p:cNvSpPr>
          <p:nvPr/>
        </p:nvSpPr>
        <p:spPr bwMode="auto">
          <a:xfrm>
            <a:off x="448128" y="2440841"/>
            <a:ext cx="4644991" cy="210879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lvl="1" eaLnBrk="0" hangingPunct="0">
              <a:lnSpc>
                <a:spcPct val="150000"/>
              </a:lnSpc>
              <a:spcBef>
                <a:spcPct val="20000"/>
              </a:spcBef>
              <a:buClr>
                <a:schemeClr val="accent1"/>
              </a:buClr>
              <a:buFont typeface="Courier New" pitchFamily="49" charset="0"/>
              <a:buChar char="o"/>
              <a:defRPr/>
            </a:pPr>
            <a:r>
              <a:rPr lang="en-US" sz="2400" b="1" dirty="0">
                <a:latin typeface="+mn-lt"/>
                <a:cs typeface="ＭＳ Ｐゴシック" pitchFamily="34" charset="-128"/>
              </a:rPr>
              <a:t> Desk Research</a:t>
            </a:r>
          </a:p>
          <a:p>
            <a:pPr lvl="1" eaLnBrk="0" hangingPunct="0">
              <a:lnSpc>
                <a:spcPct val="150000"/>
              </a:lnSpc>
              <a:spcBef>
                <a:spcPct val="20000"/>
              </a:spcBef>
              <a:buClr>
                <a:schemeClr val="accent1"/>
              </a:buClr>
              <a:buFont typeface="Courier New" pitchFamily="49" charset="0"/>
              <a:buChar char="o"/>
              <a:defRPr/>
            </a:pPr>
            <a:r>
              <a:rPr lang="en-US" sz="2400" b="1" dirty="0">
                <a:latin typeface="+mn-lt"/>
                <a:cs typeface="ＭＳ Ｐゴシック" pitchFamily="34" charset="-128"/>
              </a:rPr>
              <a:t> Interviews &amp; Discussion</a:t>
            </a:r>
          </a:p>
          <a:p>
            <a:pPr lvl="1" eaLnBrk="0" hangingPunct="0">
              <a:lnSpc>
                <a:spcPct val="150000"/>
              </a:lnSpc>
              <a:spcBef>
                <a:spcPct val="20000"/>
              </a:spcBef>
              <a:buClr>
                <a:schemeClr val="accent1"/>
              </a:buClr>
              <a:buFont typeface="Courier New" pitchFamily="49" charset="0"/>
              <a:buChar char="o"/>
              <a:defRPr/>
            </a:pPr>
            <a:r>
              <a:rPr lang="en-US" sz="2400" b="1" dirty="0">
                <a:latin typeface="+mn-lt"/>
                <a:cs typeface="ＭＳ Ｐゴシック" pitchFamily="34" charset="-128"/>
              </a:rPr>
              <a:t> Compilation</a:t>
            </a:r>
          </a:p>
        </p:txBody>
      </p:sp>
      <p:sp>
        <p:nvSpPr>
          <p:cNvPr id="2" name="Titre 1"/>
          <p:cNvSpPr>
            <a:spLocks noGrp="1"/>
          </p:cNvSpPr>
          <p:nvPr>
            <p:ph type="title"/>
          </p:nvPr>
        </p:nvSpPr>
        <p:spPr>
          <a:xfrm>
            <a:off x="448128" y="0"/>
            <a:ext cx="7303800" cy="812800"/>
          </a:xfrm>
        </p:spPr>
        <p:txBody>
          <a:bodyPr/>
          <a:lstStyle/>
          <a:p>
            <a:r>
              <a:rPr lang="en-US" sz="3200" dirty="0"/>
              <a:t>Methodology</a:t>
            </a:r>
            <a:endParaRPr lang="en-US" dirty="0"/>
          </a:p>
        </p:txBody>
      </p:sp>
      <p:pic>
        <p:nvPicPr>
          <p:cNvPr id="3" name="Image 2"/>
          <p:cNvPicPr>
            <a:picLocks noChangeAspect="1"/>
          </p:cNvPicPr>
          <p:nvPr/>
        </p:nvPicPr>
        <p:blipFill>
          <a:blip r:embed="rId3"/>
          <a:stretch>
            <a:fillRect/>
          </a:stretch>
        </p:blipFill>
        <p:spPr>
          <a:xfrm>
            <a:off x="5859129" y="1314520"/>
            <a:ext cx="2101532" cy="1576597"/>
          </a:xfrm>
          <a:prstGeom prst="rect">
            <a:avLst/>
          </a:prstGeom>
        </p:spPr>
      </p:pic>
      <p:pic>
        <p:nvPicPr>
          <p:cNvPr id="5" name="Image 4"/>
          <p:cNvPicPr>
            <a:picLocks noChangeAspect="1"/>
          </p:cNvPicPr>
          <p:nvPr/>
        </p:nvPicPr>
        <p:blipFill>
          <a:blip r:embed="rId4"/>
          <a:stretch>
            <a:fillRect/>
          </a:stretch>
        </p:blipFill>
        <p:spPr>
          <a:xfrm>
            <a:off x="5966865" y="2764569"/>
            <a:ext cx="1785063" cy="1785063"/>
          </a:xfrm>
          <a:prstGeom prst="rect">
            <a:avLst/>
          </a:prstGeom>
        </p:spPr>
      </p:pic>
      <p:pic>
        <p:nvPicPr>
          <p:cNvPr id="6" name="Image 5"/>
          <p:cNvPicPr>
            <a:picLocks noChangeAspect="1"/>
          </p:cNvPicPr>
          <p:nvPr/>
        </p:nvPicPr>
        <p:blipFill>
          <a:blip r:embed="rId5"/>
          <a:stretch>
            <a:fillRect/>
          </a:stretch>
        </p:blipFill>
        <p:spPr>
          <a:xfrm>
            <a:off x="6110563" y="4525312"/>
            <a:ext cx="1497666" cy="1474369"/>
          </a:xfrm>
          <a:prstGeom prst="rect">
            <a:avLst/>
          </a:prstGeom>
        </p:spPr>
      </p:pic>
    </p:spTree>
    <p:extLst>
      <p:ext uri="{BB962C8B-B14F-4D97-AF65-F5344CB8AC3E}">
        <p14:creationId xmlns:p14="http://schemas.microsoft.com/office/powerpoint/2010/main" val="2482774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1"/>
          <p:cNvSpPr>
            <a:spLocks/>
          </p:cNvSpPr>
          <p:nvPr/>
        </p:nvSpPr>
        <p:spPr bwMode="auto">
          <a:xfrm>
            <a:off x="0" y="1226077"/>
            <a:ext cx="6886435" cy="468871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lvl="1" eaLnBrk="0" hangingPunct="0">
              <a:spcBef>
                <a:spcPct val="20000"/>
              </a:spcBef>
              <a:buClr>
                <a:schemeClr val="accent1"/>
              </a:buClr>
              <a:buFont typeface="Courier New" pitchFamily="49" charset="0"/>
              <a:buChar char="o"/>
              <a:defRPr/>
            </a:pPr>
            <a:r>
              <a:rPr lang="en-US" sz="2800" b="1" dirty="0">
                <a:latin typeface="+mn-lt"/>
                <a:cs typeface="ＭＳ Ｐゴシック" pitchFamily="34" charset="-128"/>
              </a:rPr>
              <a:t> </a:t>
            </a:r>
            <a:r>
              <a:rPr lang="en-US" sz="2400" dirty="0">
                <a:cs typeface="ＭＳ Ｐゴシック" pitchFamily="34" charset="-128"/>
              </a:rPr>
              <a:t>Study focuses on </a:t>
            </a:r>
            <a:r>
              <a:rPr lang="en-US" sz="2400" b="1" u="sng" dirty="0">
                <a:cs typeface="ＭＳ Ｐゴシック" pitchFamily="34" charset="-128"/>
              </a:rPr>
              <a:t>Crop</a:t>
            </a:r>
            <a:endParaRPr lang="en-US" sz="2400" b="1" u="sng" dirty="0">
              <a:latin typeface="+mn-lt"/>
              <a:cs typeface="ＭＳ Ｐゴシック" pitchFamily="34" charset="-128"/>
            </a:endParaRPr>
          </a:p>
          <a:p>
            <a:pPr lvl="1" eaLnBrk="0" hangingPunct="0">
              <a:spcBef>
                <a:spcPct val="20000"/>
              </a:spcBef>
              <a:buClr>
                <a:schemeClr val="accent1"/>
              </a:buClr>
              <a:buFont typeface="Courier New" pitchFamily="49" charset="0"/>
              <a:buChar char="o"/>
              <a:defRPr/>
            </a:pPr>
            <a:r>
              <a:rPr lang="en-US" sz="2400" dirty="0">
                <a:latin typeface="+mn-lt"/>
                <a:cs typeface="ＭＳ Ｐゴシック" pitchFamily="34" charset="-128"/>
              </a:rPr>
              <a:t> Other products such as </a:t>
            </a:r>
            <a:r>
              <a:rPr lang="en-US" sz="2400" i="1" dirty="0">
                <a:latin typeface="+mn-lt"/>
                <a:cs typeface="ＭＳ Ｐゴシック" pitchFamily="34" charset="-128"/>
              </a:rPr>
              <a:t>livestock</a:t>
            </a:r>
            <a:r>
              <a:rPr lang="en-US" sz="2400" dirty="0">
                <a:latin typeface="+mn-lt"/>
                <a:cs typeface="ＭＳ Ｐゴシック" pitchFamily="34" charset="-128"/>
              </a:rPr>
              <a:t> or </a:t>
            </a:r>
            <a:r>
              <a:rPr lang="en-US" sz="2400" i="1" dirty="0">
                <a:latin typeface="+mn-lt"/>
                <a:cs typeface="ＭＳ Ｐゴシック" pitchFamily="34" charset="-128"/>
              </a:rPr>
              <a:t>Aquaculture</a:t>
            </a:r>
            <a:r>
              <a:rPr lang="en-US" sz="2400" dirty="0">
                <a:latin typeface="+mn-lt"/>
                <a:cs typeface="ＭＳ Ｐゴシック" pitchFamily="34" charset="-128"/>
              </a:rPr>
              <a:t> not covered even if there are interesting development</a:t>
            </a:r>
          </a:p>
          <a:p>
            <a:pPr lvl="2" eaLnBrk="0" hangingPunct="0">
              <a:spcBef>
                <a:spcPct val="20000"/>
              </a:spcBef>
              <a:buClr>
                <a:schemeClr val="accent1"/>
              </a:buClr>
              <a:buFont typeface="Courier New" pitchFamily="49" charset="0"/>
              <a:buChar char="o"/>
              <a:defRPr/>
            </a:pPr>
            <a:r>
              <a:rPr lang="en-US" sz="2800" dirty="0">
                <a:latin typeface="+mn-lt"/>
                <a:cs typeface="ＭＳ Ｐゴシック" pitchFamily="34" charset="-128"/>
              </a:rPr>
              <a:t> </a:t>
            </a:r>
            <a:r>
              <a:rPr lang="en-US" sz="2400" dirty="0" err="1">
                <a:latin typeface="+mn-lt"/>
                <a:cs typeface="ＭＳ Ｐゴシック" pitchFamily="34" charset="-128"/>
              </a:rPr>
              <a:t>FiTI</a:t>
            </a:r>
            <a:endParaRPr lang="en-US" sz="2400" dirty="0">
              <a:latin typeface="+mn-lt"/>
              <a:cs typeface="ＭＳ Ｐゴシック" pitchFamily="34" charset="-128"/>
            </a:endParaRPr>
          </a:p>
          <a:p>
            <a:pPr lvl="2" eaLnBrk="0" hangingPunct="0">
              <a:spcBef>
                <a:spcPct val="20000"/>
              </a:spcBef>
              <a:buClr>
                <a:schemeClr val="accent1"/>
              </a:buClr>
              <a:buFont typeface="Courier New" pitchFamily="49" charset="0"/>
              <a:buChar char="o"/>
              <a:defRPr/>
            </a:pPr>
            <a:r>
              <a:rPr lang="en-US" sz="2400" dirty="0">
                <a:latin typeface="+mn-lt"/>
                <a:cs typeface="ＭＳ Ｐゴシック" pitchFamily="34" charset="-128"/>
              </a:rPr>
              <a:t> Lots of highly visible use-cases on fisheries and livestock (e.g. </a:t>
            </a:r>
            <a:r>
              <a:rPr lang="en-US" sz="2400" dirty="0" err="1">
                <a:latin typeface="+mn-lt"/>
                <a:cs typeface="ＭＳ Ｐゴシック" pitchFamily="34" charset="-128"/>
              </a:rPr>
              <a:t>mFisheries</a:t>
            </a:r>
            <a:r>
              <a:rPr lang="en-US" sz="2400" dirty="0">
                <a:latin typeface="+mn-lt"/>
                <a:cs typeface="ＭＳ Ｐゴシック" pitchFamily="34" charset="-128"/>
              </a:rPr>
              <a:t>, </a:t>
            </a:r>
            <a:r>
              <a:rPr lang="en-US" sz="2400" dirty="0" err="1">
                <a:latin typeface="+mn-lt"/>
                <a:cs typeface="ＭＳ Ｐゴシック" pitchFamily="34" charset="-128"/>
              </a:rPr>
              <a:t>iCow</a:t>
            </a:r>
            <a:r>
              <a:rPr lang="en-US" sz="2400" dirty="0">
                <a:latin typeface="+mn-lt"/>
                <a:cs typeface="ＭＳ Ｐゴシック" pitchFamily="34" charset="-128"/>
              </a:rPr>
              <a:t>)</a:t>
            </a:r>
          </a:p>
          <a:p>
            <a:pPr lvl="1" eaLnBrk="0" hangingPunct="0">
              <a:spcBef>
                <a:spcPct val="20000"/>
              </a:spcBef>
              <a:buClr>
                <a:schemeClr val="accent1"/>
              </a:buClr>
              <a:buFont typeface="Courier New" pitchFamily="49" charset="0"/>
              <a:buChar char="o"/>
              <a:defRPr/>
            </a:pPr>
            <a:r>
              <a:rPr lang="en-US" sz="2800" dirty="0">
                <a:latin typeface="+mn-lt"/>
                <a:cs typeface="ＭＳ Ｐゴシック" pitchFamily="34" charset="-128"/>
              </a:rPr>
              <a:t> </a:t>
            </a:r>
            <a:r>
              <a:rPr lang="en-US" sz="2400" b="1" u="sng" dirty="0">
                <a:latin typeface="+mn-lt"/>
                <a:cs typeface="ＭＳ Ｐゴシック" pitchFamily="34" charset="-128"/>
              </a:rPr>
              <a:t>Traceability</a:t>
            </a:r>
            <a:r>
              <a:rPr lang="en-US" sz="2400" dirty="0">
                <a:latin typeface="+mn-lt"/>
                <a:cs typeface="ＭＳ Ｐゴシック" pitchFamily="34" charset="-128"/>
              </a:rPr>
              <a:t> covered only from the </a:t>
            </a:r>
            <a:r>
              <a:rPr lang="en-US" sz="2400" b="1" u="sng" dirty="0">
                <a:latin typeface="+mn-lt"/>
                <a:cs typeface="ＭＳ Ｐゴシック" pitchFamily="34" charset="-128"/>
              </a:rPr>
              <a:t>certification</a:t>
            </a:r>
            <a:r>
              <a:rPr lang="en-US" sz="2400" dirty="0">
                <a:latin typeface="+mn-lt"/>
                <a:cs typeface="ＭＳ Ｐゴシック" pitchFamily="34" charset="-128"/>
              </a:rPr>
              <a:t> perspective</a:t>
            </a:r>
            <a:endParaRPr lang="en-US" sz="2800" dirty="0">
              <a:latin typeface="+mn-lt"/>
              <a:cs typeface="ＭＳ Ｐゴシック" pitchFamily="34" charset="-128"/>
            </a:endParaRPr>
          </a:p>
        </p:txBody>
      </p:sp>
      <p:sp>
        <p:nvSpPr>
          <p:cNvPr id="2" name="Titre 1"/>
          <p:cNvSpPr>
            <a:spLocks noGrp="1"/>
          </p:cNvSpPr>
          <p:nvPr>
            <p:ph type="title"/>
          </p:nvPr>
        </p:nvSpPr>
        <p:spPr>
          <a:xfrm>
            <a:off x="448128" y="0"/>
            <a:ext cx="7303800" cy="812800"/>
          </a:xfrm>
        </p:spPr>
        <p:txBody>
          <a:bodyPr/>
          <a:lstStyle/>
          <a:p>
            <a:r>
              <a:rPr lang="en-US" sz="3200" dirty="0"/>
              <a:t>Scope</a:t>
            </a:r>
          </a:p>
        </p:txBody>
      </p:sp>
      <p:pic>
        <p:nvPicPr>
          <p:cNvPr id="3" name="Image 2"/>
          <p:cNvPicPr>
            <a:picLocks noChangeAspect="1"/>
          </p:cNvPicPr>
          <p:nvPr/>
        </p:nvPicPr>
        <p:blipFill>
          <a:blip r:embed="rId3"/>
          <a:stretch>
            <a:fillRect/>
          </a:stretch>
        </p:blipFill>
        <p:spPr>
          <a:xfrm>
            <a:off x="4841720" y="4998614"/>
            <a:ext cx="4089429" cy="1533309"/>
          </a:xfrm>
          <a:prstGeom prst="rect">
            <a:avLst/>
          </a:prstGeom>
        </p:spPr>
      </p:pic>
    </p:spTree>
    <p:extLst>
      <p:ext uri="{BB962C8B-B14F-4D97-AF65-F5344CB8AC3E}">
        <p14:creationId xmlns:p14="http://schemas.microsoft.com/office/powerpoint/2010/main" val="4064842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48128" y="0"/>
            <a:ext cx="7303800" cy="812800"/>
          </a:xfrm>
        </p:spPr>
        <p:txBody>
          <a:bodyPr/>
          <a:lstStyle/>
          <a:p>
            <a:r>
              <a:rPr lang="en-US" sz="3200" dirty="0"/>
              <a:t>Crop Cycle</a:t>
            </a:r>
          </a:p>
        </p:txBody>
      </p:sp>
      <p:pic>
        <p:nvPicPr>
          <p:cNvPr id="5" name="image03.png"/>
          <p:cNvPicPr/>
          <p:nvPr/>
        </p:nvPicPr>
        <p:blipFill>
          <a:blip r:embed="rId3"/>
          <a:srcRect/>
          <a:stretch>
            <a:fillRect/>
          </a:stretch>
        </p:blipFill>
        <p:spPr>
          <a:xfrm>
            <a:off x="1035424" y="1021977"/>
            <a:ext cx="6716504" cy="5472952"/>
          </a:xfrm>
          <a:prstGeom prst="rect">
            <a:avLst/>
          </a:prstGeom>
          <a:ln/>
        </p:spPr>
      </p:pic>
    </p:spTree>
    <p:extLst>
      <p:ext uri="{BB962C8B-B14F-4D97-AF65-F5344CB8AC3E}">
        <p14:creationId xmlns:p14="http://schemas.microsoft.com/office/powerpoint/2010/main" val="1458835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3"/>
          <a:stretch>
            <a:fillRect/>
          </a:stretch>
        </p:blipFill>
        <p:spPr>
          <a:xfrm>
            <a:off x="6136786" y="4679287"/>
            <a:ext cx="2792061" cy="1748696"/>
          </a:xfrm>
          <a:prstGeom prst="rect">
            <a:avLst/>
          </a:prstGeom>
        </p:spPr>
      </p:pic>
      <p:sp>
        <p:nvSpPr>
          <p:cNvPr id="4" name="Espace réservé du contenu 1"/>
          <p:cNvSpPr>
            <a:spLocks/>
          </p:cNvSpPr>
          <p:nvPr/>
        </p:nvSpPr>
        <p:spPr bwMode="auto">
          <a:xfrm>
            <a:off x="7690" y="1184533"/>
            <a:ext cx="8369828" cy="4369102"/>
          </a:xfrm>
          <a:prstGeom prst="rect">
            <a:avLst/>
          </a:prstGeom>
          <a:noFill/>
          <a:ln>
            <a:noFill/>
          </a:ln>
          <a:extLst/>
        </p:spPr>
        <p:txBody>
          <a:bodyPr/>
          <a:lstStyle/>
          <a:p>
            <a:pPr lvl="1" eaLnBrk="0" hangingPunct="0">
              <a:spcBef>
                <a:spcPct val="20000"/>
              </a:spcBef>
              <a:buClr>
                <a:schemeClr val="accent1"/>
              </a:buClr>
              <a:buFont typeface="Courier New" pitchFamily="49" charset="0"/>
              <a:buChar char="o"/>
              <a:defRPr/>
            </a:pPr>
            <a:r>
              <a:rPr lang="en-US" sz="2400" b="1" dirty="0">
                <a:latin typeface="+mn-lt"/>
                <a:cs typeface="ＭＳ Ｐゴシック" pitchFamily="34" charset="-128"/>
              </a:rPr>
              <a:t> </a:t>
            </a:r>
            <a:r>
              <a:rPr lang="en-US" sz="2400" dirty="0">
                <a:latin typeface="+mn-lt"/>
                <a:cs typeface="ＭＳ Ｐゴシック" pitchFamily="34" charset="-128"/>
              </a:rPr>
              <a:t>A view on data needs at different stages of the crop cycle</a:t>
            </a:r>
          </a:p>
          <a:p>
            <a:pPr lvl="1" eaLnBrk="0" hangingPunct="0">
              <a:spcBef>
                <a:spcPct val="20000"/>
              </a:spcBef>
              <a:buClr>
                <a:schemeClr val="accent1"/>
              </a:buClr>
              <a:buFont typeface="Courier New" pitchFamily="49" charset="0"/>
              <a:buChar char="o"/>
              <a:defRPr/>
            </a:pPr>
            <a:r>
              <a:rPr lang="en-US" sz="2400" dirty="0">
                <a:latin typeface="+mn-lt"/>
                <a:cs typeface="ＭＳ Ｐゴシック" pitchFamily="34" charset="-128"/>
              </a:rPr>
              <a:t> A view on technology relevance for data collection at different stages of the crop cycle and associated challenges</a:t>
            </a:r>
          </a:p>
          <a:p>
            <a:pPr lvl="1" eaLnBrk="0" hangingPunct="0">
              <a:spcBef>
                <a:spcPct val="20000"/>
              </a:spcBef>
              <a:buClr>
                <a:schemeClr val="accent1"/>
              </a:buClr>
              <a:buFont typeface="Courier New" pitchFamily="49" charset="0"/>
              <a:buChar char="o"/>
              <a:defRPr/>
            </a:pPr>
            <a:r>
              <a:rPr lang="en-US" sz="2400" dirty="0">
                <a:latin typeface="+mn-lt"/>
                <a:cs typeface="ＭＳ Ｐゴシック" pitchFamily="34" charset="-128"/>
              </a:rPr>
              <a:t> A view on technology relevance for service delivery at Farmer level and associated challenges</a:t>
            </a:r>
          </a:p>
          <a:p>
            <a:pPr lvl="1" eaLnBrk="0" hangingPunct="0">
              <a:spcBef>
                <a:spcPct val="20000"/>
              </a:spcBef>
              <a:buClr>
                <a:schemeClr val="accent1"/>
              </a:buClr>
              <a:buFont typeface="Courier New" pitchFamily="49" charset="0"/>
              <a:buChar char="o"/>
              <a:defRPr/>
            </a:pPr>
            <a:r>
              <a:rPr lang="en-US" sz="2400" dirty="0">
                <a:latin typeface="+mn-lt"/>
                <a:cs typeface="ＭＳ Ｐゴシック" pitchFamily="34" charset="-128"/>
              </a:rPr>
              <a:t> Identification of the various data elements of a “farmer profile” and associated challenges</a:t>
            </a:r>
          </a:p>
          <a:p>
            <a:pPr lvl="1" eaLnBrk="0" hangingPunct="0">
              <a:spcBef>
                <a:spcPct val="20000"/>
              </a:spcBef>
              <a:buClr>
                <a:schemeClr val="accent1"/>
              </a:buClr>
              <a:buFont typeface="Courier New" pitchFamily="49" charset="0"/>
              <a:buChar char="o"/>
              <a:defRPr/>
            </a:pPr>
            <a:r>
              <a:rPr lang="en-US" sz="2400" dirty="0">
                <a:latin typeface="+mn-lt"/>
                <a:cs typeface="ＭＳ Ｐゴシック" pitchFamily="34" charset="-128"/>
              </a:rPr>
              <a:t> An overview of other key enablers</a:t>
            </a:r>
          </a:p>
        </p:txBody>
      </p:sp>
      <p:sp>
        <p:nvSpPr>
          <p:cNvPr id="2" name="Titre 1"/>
          <p:cNvSpPr>
            <a:spLocks noGrp="1"/>
          </p:cNvSpPr>
          <p:nvPr>
            <p:ph type="title"/>
          </p:nvPr>
        </p:nvSpPr>
        <p:spPr>
          <a:xfrm>
            <a:off x="448128" y="0"/>
            <a:ext cx="7303800" cy="812800"/>
          </a:xfrm>
        </p:spPr>
        <p:txBody>
          <a:bodyPr/>
          <a:lstStyle/>
          <a:p>
            <a:r>
              <a:rPr lang="en-US" sz="3200" dirty="0"/>
              <a:t>Expected Output</a:t>
            </a:r>
          </a:p>
        </p:txBody>
      </p:sp>
    </p:spTree>
    <p:extLst>
      <p:ext uri="{BB962C8B-B14F-4D97-AF65-F5344CB8AC3E}">
        <p14:creationId xmlns:p14="http://schemas.microsoft.com/office/powerpoint/2010/main" val="4075799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48128" y="0"/>
            <a:ext cx="7303800" cy="812800"/>
          </a:xfrm>
        </p:spPr>
        <p:txBody>
          <a:bodyPr/>
          <a:lstStyle/>
          <a:p>
            <a:r>
              <a:rPr lang="fr-FR" dirty="0" err="1"/>
              <a:t>Overview</a:t>
            </a:r>
            <a:r>
              <a:rPr lang="fr-FR" dirty="0"/>
              <a:t> of Data </a:t>
            </a:r>
            <a:r>
              <a:rPr lang="fr-FR" dirty="0" err="1"/>
              <a:t>needs</a:t>
            </a:r>
            <a:r>
              <a:rPr lang="fr-FR" dirty="0"/>
              <a:t> (</a:t>
            </a:r>
            <a:r>
              <a:rPr lang="fr-FR" dirty="0" err="1"/>
              <a:t>WiP</a:t>
            </a:r>
            <a:r>
              <a:rPr lang="fr-FR" dirty="0"/>
              <a:t>)</a:t>
            </a:r>
          </a:p>
        </p:txBody>
      </p:sp>
      <p:pic>
        <p:nvPicPr>
          <p:cNvPr id="3" name="Image 2"/>
          <p:cNvPicPr>
            <a:picLocks noChangeAspect="1"/>
          </p:cNvPicPr>
          <p:nvPr/>
        </p:nvPicPr>
        <p:blipFill>
          <a:blip r:embed="rId3"/>
          <a:stretch>
            <a:fillRect/>
          </a:stretch>
        </p:blipFill>
        <p:spPr>
          <a:xfrm>
            <a:off x="5732369" y="1936377"/>
            <a:ext cx="2564466" cy="2564466"/>
          </a:xfrm>
          <a:prstGeom prst="rect">
            <a:avLst/>
          </a:prstGeom>
        </p:spPr>
      </p:pic>
    </p:spTree>
    <p:extLst>
      <p:ext uri="{BB962C8B-B14F-4D97-AF65-F5344CB8AC3E}">
        <p14:creationId xmlns:p14="http://schemas.microsoft.com/office/powerpoint/2010/main" val="656174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48128" y="0"/>
            <a:ext cx="7303800" cy="812800"/>
          </a:xfrm>
        </p:spPr>
        <p:txBody>
          <a:bodyPr/>
          <a:lstStyle/>
          <a:p>
            <a:r>
              <a:rPr lang="fr-FR" dirty="0" err="1"/>
              <a:t>Overview</a:t>
            </a:r>
            <a:r>
              <a:rPr lang="fr-FR" dirty="0"/>
              <a:t> of </a:t>
            </a:r>
            <a:r>
              <a:rPr lang="fr-FR" dirty="0" err="1"/>
              <a:t>technology</a:t>
            </a:r>
            <a:r>
              <a:rPr lang="fr-FR" dirty="0"/>
              <a:t> relevance for data collection (</a:t>
            </a:r>
            <a:r>
              <a:rPr lang="fr-FR" dirty="0" err="1"/>
              <a:t>WiP</a:t>
            </a:r>
            <a:r>
              <a:rPr lang="fr-FR" dirty="0"/>
              <a:t>)</a:t>
            </a:r>
          </a:p>
        </p:txBody>
      </p:sp>
      <p:pic>
        <p:nvPicPr>
          <p:cNvPr id="6" name="Image 5"/>
          <p:cNvPicPr>
            <a:picLocks noChangeAspect="1"/>
          </p:cNvPicPr>
          <p:nvPr/>
        </p:nvPicPr>
        <p:blipFill>
          <a:blip r:embed="rId3"/>
          <a:stretch>
            <a:fillRect/>
          </a:stretch>
        </p:blipFill>
        <p:spPr>
          <a:xfrm>
            <a:off x="3861547" y="2717706"/>
            <a:ext cx="5105400" cy="2847975"/>
          </a:xfrm>
          <a:prstGeom prst="rect">
            <a:avLst/>
          </a:prstGeom>
        </p:spPr>
      </p:pic>
    </p:spTree>
    <p:extLst>
      <p:ext uri="{BB962C8B-B14F-4D97-AF65-F5344CB8AC3E}">
        <p14:creationId xmlns:p14="http://schemas.microsoft.com/office/powerpoint/2010/main" val="1449986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48128" y="0"/>
            <a:ext cx="7303800" cy="812800"/>
          </a:xfrm>
        </p:spPr>
        <p:txBody>
          <a:bodyPr/>
          <a:lstStyle/>
          <a:p>
            <a:r>
              <a:rPr lang="fr-FR" dirty="0" err="1"/>
              <a:t>Overview</a:t>
            </a:r>
            <a:r>
              <a:rPr lang="fr-FR" dirty="0"/>
              <a:t> of </a:t>
            </a:r>
            <a:r>
              <a:rPr lang="fr-FR" dirty="0" err="1"/>
              <a:t>technology</a:t>
            </a:r>
            <a:r>
              <a:rPr lang="fr-FR" dirty="0"/>
              <a:t> relevance for service </a:t>
            </a:r>
            <a:r>
              <a:rPr lang="fr-FR" dirty="0" err="1"/>
              <a:t>delivery</a:t>
            </a:r>
            <a:r>
              <a:rPr lang="fr-FR" dirty="0"/>
              <a:t> (</a:t>
            </a:r>
            <a:r>
              <a:rPr lang="fr-FR" dirty="0" err="1"/>
              <a:t>WiP</a:t>
            </a:r>
            <a:r>
              <a:rPr lang="fr-FR" dirty="0"/>
              <a:t>)</a:t>
            </a:r>
          </a:p>
        </p:txBody>
      </p:sp>
      <p:pic>
        <p:nvPicPr>
          <p:cNvPr id="4" name="Image 3"/>
          <p:cNvPicPr>
            <a:picLocks noChangeAspect="1"/>
          </p:cNvPicPr>
          <p:nvPr/>
        </p:nvPicPr>
        <p:blipFill>
          <a:blip r:embed="rId3"/>
          <a:stretch>
            <a:fillRect/>
          </a:stretch>
        </p:blipFill>
        <p:spPr>
          <a:xfrm>
            <a:off x="5448749" y="2164976"/>
            <a:ext cx="2873721" cy="2966421"/>
          </a:xfrm>
          <a:prstGeom prst="rect">
            <a:avLst/>
          </a:prstGeom>
        </p:spPr>
      </p:pic>
    </p:spTree>
    <p:extLst>
      <p:ext uri="{BB962C8B-B14F-4D97-AF65-F5344CB8AC3E}">
        <p14:creationId xmlns:p14="http://schemas.microsoft.com/office/powerpoint/2010/main" val="2066315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1"/>
          <p:cNvSpPr>
            <a:spLocks/>
          </p:cNvSpPr>
          <p:nvPr/>
        </p:nvSpPr>
        <p:spPr bwMode="auto">
          <a:xfrm>
            <a:off x="343867" y="1065320"/>
            <a:ext cx="7038568" cy="5265269"/>
          </a:xfrm>
          <a:prstGeom prst="rect">
            <a:avLst/>
          </a:prstGeom>
          <a:noFill/>
          <a:ln>
            <a:noFill/>
          </a:ln>
          <a:extLst/>
        </p:spPr>
        <p:txBody>
          <a:bodyPr/>
          <a:lstStyle/>
          <a:p>
            <a:pPr eaLnBrk="0" hangingPunct="0">
              <a:spcBef>
                <a:spcPts val="600"/>
              </a:spcBef>
              <a:buClr>
                <a:schemeClr val="accent1"/>
              </a:buClr>
              <a:buFont typeface="Courier New" pitchFamily="49" charset="0"/>
              <a:buChar char="o"/>
              <a:defRPr/>
            </a:pPr>
            <a:r>
              <a:rPr lang="en-US" sz="2400" b="1" dirty="0">
                <a:latin typeface="+mn-lt"/>
                <a:cs typeface="ＭＳ Ｐゴシック" pitchFamily="34" charset="-128"/>
              </a:rPr>
              <a:t> F</a:t>
            </a:r>
            <a:r>
              <a:rPr lang="en-US" sz="2400" b="1" dirty="0">
                <a:latin typeface="+mn-lt"/>
              </a:rPr>
              <a:t>armer basic data</a:t>
            </a:r>
          </a:p>
          <a:p>
            <a:pPr lvl="1" eaLnBrk="0" hangingPunct="0">
              <a:spcBef>
                <a:spcPts val="600"/>
              </a:spcBef>
              <a:buClr>
                <a:schemeClr val="accent1"/>
              </a:buClr>
              <a:buFont typeface="Courier New" pitchFamily="49" charset="0"/>
              <a:buChar char="o"/>
              <a:defRPr/>
            </a:pPr>
            <a:r>
              <a:rPr lang="en-US" sz="2400" b="1" dirty="0">
                <a:latin typeface="+mn-lt"/>
                <a:cs typeface="ＭＳ Ｐゴシック" pitchFamily="34" charset="-128"/>
              </a:rPr>
              <a:t> </a:t>
            </a:r>
            <a:r>
              <a:rPr lang="en-US" sz="2400" dirty="0">
                <a:latin typeface="+mn-lt"/>
              </a:rPr>
              <a:t>phone number(s)</a:t>
            </a:r>
          </a:p>
          <a:p>
            <a:pPr eaLnBrk="0" hangingPunct="0">
              <a:spcBef>
                <a:spcPts val="600"/>
              </a:spcBef>
              <a:buClr>
                <a:schemeClr val="accent1"/>
              </a:buClr>
              <a:buFont typeface="Courier New" pitchFamily="49" charset="0"/>
              <a:buChar char="o"/>
              <a:defRPr/>
            </a:pPr>
            <a:r>
              <a:rPr lang="en-US" sz="2400" b="1" dirty="0">
                <a:latin typeface="+mn-lt"/>
                <a:cs typeface="ＭＳ Ｐゴシック" pitchFamily="34" charset="-128"/>
              </a:rPr>
              <a:t> F</a:t>
            </a:r>
            <a:r>
              <a:rPr lang="en-US" sz="2400" b="1" dirty="0">
                <a:latin typeface="+mn-lt"/>
              </a:rPr>
              <a:t>ield data</a:t>
            </a:r>
            <a:r>
              <a:rPr lang="en-US" sz="2400" dirty="0">
                <a:latin typeface="+mn-lt"/>
              </a:rPr>
              <a:t>: size/map, elevation, type, soil, land tenure, crop history</a:t>
            </a:r>
          </a:p>
          <a:p>
            <a:pPr eaLnBrk="0" hangingPunct="0">
              <a:spcBef>
                <a:spcPts val="600"/>
              </a:spcBef>
              <a:buClr>
                <a:schemeClr val="accent1"/>
              </a:buClr>
              <a:buFont typeface="Courier New" pitchFamily="49" charset="0"/>
              <a:buChar char="o"/>
              <a:defRPr/>
            </a:pPr>
            <a:r>
              <a:rPr lang="en-US" sz="2400" b="1" dirty="0">
                <a:latin typeface="+mn-lt"/>
                <a:cs typeface="ＭＳ Ｐゴシック" pitchFamily="34" charset="-128"/>
              </a:rPr>
              <a:t> C</a:t>
            </a:r>
            <a:r>
              <a:rPr lang="en-US" sz="2400" b="1" dirty="0">
                <a:latin typeface="+mn-lt"/>
              </a:rPr>
              <a:t>rop data</a:t>
            </a:r>
            <a:r>
              <a:rPr lang="en-US" sz="2400" dirty="0">
                <a:latin typeface="+mn-lt"/>
              </a:rPr>
              <a:t>: seed </a:t>
            </a:r>
            <a:r>
              <a:rPr lang="en-US" sz="2400" dirty="0" err="1">
                <a:latin typeface="+mn-lt"/>
              </a:rPr>
              <a:t>varieties,etc</a:t>
            </a:r>
            <a:r>
              <a:rPr lang="en-US" sz="2400" dirty="0">
                <a:latin typeface="+mn-lt"/>
              </a:rPr>
              <a:t>. </a:t>
            </a:r>
          </a:p>
          <a:p>
            <a:pPr eaLnBrk="0" hangingPunct="0">
              <a:spcBef>
                <a:spcPts val="600"/>
              </a:spcBef>
              <a:buClr>
                <a:schemeClr val="accent1"/>
              </a:buClr>
              <a:buFont typeface="Courier New" pitchFamily="49" charset="0"/>
              <a:buChar char="o"/>
              <a:defRPr/>
            </a:pPr>
            <a:r>
              <a:rPr lang="en-US" sz="2400" b="1" dirty="0">
                <a:latin typeface="+mn-lt"/>
                <a:cs typeface="ＭＳ Ｐゴシック" pitchFamily="34" charset="-128"/>
              </a:rPr>
              <a:t> Q</a:t>
            </a:r>
            <a:r>
              <a:rPr lang="en-US" sz="2400" b="1" dirty="0">
                <a:latin typeface="+mn-lt"/>
              </a:rPr>
              <a:t>ualification &amp; certification data</a:t>
            </a:r>
          </a:p>
          <a:p>
            <a:pPr eaLnBrk="0" hangingPunct="0">
              <a:spcBef>
                <a:spcPts val="600"/>
              </a:spcBef>
              <a:buClr>
                <a:schemeClr val="accent1"/>
              </a:buClr>
              <a:buFont typeface="Courier New" pitchFamily="49" charset="0"/>
              <a:buChar char="o"/>
              <a:defRPr/>
            </a:pPr>
            <a:r>
              <a:rPr lang="en-US" sz="2400" dirty="0">
                <a:latin typeface="+mn-lt"/>
              </a:rPr>
              <a:t> </a:t>
            </a:r>
            <a:r>
              <a:rPr lang="en-US" sz="2400" b="1" dirty="0">
                <a:latin typeface="+mn-lt"/>
              </a:rPr>
              <a:t>Production data</a:t>
            </a:r>
            <a:r>
              <a:rPr lang="en-US" sz="2400" dirty="0">
                <a:latin typeface="+mn-lt"/>
              </a:rPr>
              <a:t>: yield, planting info (time, space, etc.), inputs data (fertilizer, treatments etc.), activity info (weeding, pruning, </a:t>
            </a:r>
            <a:r>
              <a:rPr lang="en-US" sz="2400" dirty="0" err="1">
                <a:latin typeface="+mn-lt"/>
              </a:rPr>
              <a:t>etc</a:t>
            </a:r>
            <a:r>
              <a:rPr lang="en-US" sz="2400" dirty="0">
                <a:latin typeface="+mn-lt"/>
              </a:rPr>
              <a:t>)</a:t>
            </a:r>
          </a:p>
          <a:p>
            <a:pPr eaLnBrk="0" hangingPunct="0">
              <a:spcBef>
                <a:spcPts val="600"/>
              </a:spcBef>
              <a:buClr>
                <a:schemeClr val="accent1"/>
              </a:buClr>
              <a:buFont typeface="Courier New" pitchFamily="49" charset="0"/>
              <a:buChar char="o"/>
              <a:defRPr/>
            </a:pPr>
            <a:r>
              <a:rPr lang="en-US" sz="2400" dirty="0">
                <a:latin typeface="+mn-lt"/>
              </a:rPr>
              <a:t> </a:t>
            </a:r>
            <a:r>
              <a:rPr lang="en-US" sz="2400" b="1" dirty="0">
                <a:latin typeface="+mn-lt"/>
              </a:rPr>
              <a:t>B</a:t>
            </a:r>
            <a:r>
              <a:rPr lang="en-US" sz="2400" b="1" dirty="0"/>
              <a:t>usiness data</a:t>
            </a:r>
            <a:r>
              <a:rPr lang="en-US" sz="2400" dirty="0"/>
              <a:t>: cooperative, cluster, market the farmers have access to/use, agribusiness linkage</a:t>
            </a:r>
          </a:p>
          <a:p>
            <a:pPr eaLnBrk="0" hangingPunct="0">
              <a:spcBef>
                <a:spcPts val="600"/>
              </a:spcBef>
              <a:buClr>
                <a:schemeClr val="accent1"/>
              </a:buClr>
              <a:buFont typeface="Courier New" pitchFamily="49" charset="0"/>
              <a:buChar char="o"/>
              <a:defRPr/>
            </a:pPr>
            <a:r>
              <a:rPr lang="en-US" sz="2400" b="1" dirty="0"/>
              <a:t> Credit data: </a:t>
            </a:r>
            <a:r>
              <a:rPr lang="en-US" sz="2400"/>
              <a:t>credit records</a:t>
            </a:r>
            <a:endParaRPr lang="en-US" sz="2400" dirty="0">
              <a:latin typeface="+mn-lt"/>
            </a:endParaRPr>
          </a:p>
          <a:p>
            <a:pPr eaLnBrk="0" hangingPunct="0">
              <a:spcBef>
                <a:spcPct val="20000"/>
              </a:spcBef>
              <a:buClr>
                <a:schemeClr val="accent1"/>
              </a:buClr>
              <a:buFont typeface="Courier New" pitchFamily="49" charset="0"/>
              <a:buChar char="o"/>
              <a:defRPr/>
            </a:pPr>
            <a:endParaRPr lang="fr-FR" dirty="0"/>
          </a:p>
          <a:p>
            <a:pPr eaLnBrk="0" hangingPunct="0">
              <a:spcBef>
                <a:spcPct val="20000"/>
              </a:spcBef>
              <a:buClr>
                <a:schemeClr val="accent1"/>
              </a:buClr>
              <a:buFont typeface="Courier New" pitchFamily="49" charset="0"/>
              <a:buChar char="o"/>
              <a:defRPr/>
            </a:pPr>
            <a:endParaRPr lang="en-US" b="1" dirty="0">
              <a:latin typeface="+mn-lt"/>
              <a:cs typeface="ＭＳ Ｐゴシック" pitchFamily="34" charset="-128"/>
            </a:endParaRPr>
          </a:p>
          <a:p>
            <a:pPr eaLnBrk="0" hangingPunct="0">
              <a:spcBef>
                <a:spcPct val="20000"/>
              </a:spcBef>
              <a:buClr>
                <a:schemeClr val="accent1"/>
              </a:buClr>
              <a:buFont typeface="Courier New" pitchFamily="49" charset="0"/>
              <a:buChar char="o"/>
              <a:defRPr/>
            </a:pPr>
            <a:endParaRPr lang="en-US" b="1" dirty="0">
              <a:latin typeface="+mn-lt"/>
              <a:cs typeface="ＭＳ Ｐゴシック" pitchFamily="34" charset="-128"/>
            </a:endParaRPr>
          </a:p>
          <a:p>
            <a:pPr eaLnBrk="0" hangingPunct="0">
              <a:spcBef>
                <a:spcPct val="20000"/>
              </a:spcBef>
              <a:buClr>
                <a:schemeClr val="accent1"/>
              </a:buClr>
              <a:buFont typeface="Courier New" pitchFamily="49" charset="0"/>
              <a:buChar char="o"/>
              <a:defRPr/>
            </a:pPr>
            <a:endParaRPr lang="en-US" b="1" dirty="0">
              <a:latin typeface="+mn-lt"/>
              <a:cs typeface="ＭＳ Ｐゴシック" pitchFamily="34" charset="-128"/>
            </a:endParaRPr>
          </a:p>
        </p:txBody>
      </p:sp>
      <p:sp>
        <p:nvSpPr>
          <p:cNvPr id="2" name="Titre 1"/>
          <p:cNvSpPr>
            <a:spLocks noGrp="1"/>
          </p:cNvSpPr>
          <p:nvPr>
            <p:ph type="title"/>
          </p:nvPr>
        </p:nvSpPr>
        <p:spPr>
          <a:xfrm>
            <a:off x="448128" y="0"/>
            <a:ext cx="7303800" cy="812800"/>
          </a:xfrm>
        </p:spPr>
        <p:txBody>
          <a:bodyPr/>
          <a:lstStyle/>
          <a:p>
            <a:r>
              <a:rPr lang="en-US" dirty="0"/>
              <a:t>Farmer Profile (</a:t>
            </a:r>
            <a:r>
              <a:rPr lang="en-US" dirty="0" err="1"/>
              <a:t>WiP</a:t>
            </a:r>
            <a:r>
              <a:rPr lang="en-US" dirty="0"/>
              <a:t>)</a:t>
            </a:r>
          </a:p>
        </p:txBody>
      </p:sp>
      <p:pic>
        <p:nvPicPr>
          <p:cNvPr id="3" name="Image 2"/>
          <p:cNvPicPr>
            <a:picLocks noChangeAspect="1"/>
          </p:cNvPicPr>
          <p:nvPr/>
        </p:nvPicPr>
        <p:blipFill>
          <a:blip r:embed="rId3"/>
          <a:stretch>
            <a:fillRect/>
          </a:stretch>
        </p:blipFill>
        <p:spPr>
          <a:xfrm>
            <a:off x="6754906" y="1855696"/>
            <a:ext cx="2236922" cy="1957307"/>
          </a:xfrm>
          <a:prstGeom prst="rect">
            <a:avLst/>
          </a:prstGeom>
        </p:spPr>
      </p:pic>
      <p:pic>
        <p:nvPicPr>
          <p:cNvPr id="5" name="Image 4"/>
          <p:cNvPicPr>
            <a:picLocks noChangeAspect="1"/>
          </p:cNvPicPr>
          <p:nvPr/>
        </p:nvPicPr>
        <p:blipFill>
          <a:blip r:embed="rId4"/>
          <a:stretch>
            <a:fillRect/>
          </a:stretch>
        </p:blipFill>
        <p:spPr>
          <a:xfrm>
            <a:off x="7268942" y="4254902"/>
            <a:ext cx="1517904" cy="2075688"/>
          </a:xfrm>
          <a:prstGeom prst="rect">
            <a:avLst/>
          </a:prstGeom>
        </p:spPr>
      </p:pic>
    </p:spTree>
    <p:extLst>
      <p:ext uri="{BB962C8B-B14F-4D97-AF65-F5344CB8AC3E}">
        <p14:creationId xmlns:p14="http://schemas.microsoft.com/office/powerpoint/2010/main" val="3962594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1"/>
          <p:cNvSpPr>
            <a:spLocks/>
          </p:cNvSpPr>
          <p:nvPr/>
        </p:nvSpPr>
        <p:spPr bwMode="auto">
          <a:xfrm>
            <a:off x="142161" y="1460306"/>
            <a:ext cx="4550863" cy="3138587"/>
          </a:xfrm>
          <a:prstGeom prst="rect">
            <a:avLst/>
          </a:prstGeom>
          <a:noFill/>
          <a:ln>
            <a:noFill/>
          </a:ln>
          <a:extLst/>
        </p:spPr>
        <p:txBody>
          <a:bodyPr/>
          <a:lstStyle/>
          <a:p>
            <a:pPr eaLnBrk="0" hangingPunct="0">
              <a:lnSpc>
                <a:spcPct val="150000"/>
              </a:lnSpc>
              <a:spcBef>
                <a:spcPct val="20000"/>
              </a:spcBef>
              <a:buClr>
                <a:schemeClr val="accent1"/>
              </a:buClr>
              <a:buFont typeface="Courier New" pitchFamily="49" charset="0"/>
              <a:buChar char="o"/>
              <a:defRPr/>
            </a:pPr>
            <a:r>
              <a:rPr lang="en-US" b="1" dirty="0">
                <a:latin typeface="+mn-lt"/>
                <a:cs typeface="ＭＳ Ｐゴシック" pitchFamily="34" charset="-128"/>
              </a:rPr>
              <a:t> </a:t>
            </a:r>
            <a:r>
              <a:rPr lang="en-US" sz="2400" b="1" dirty="0">
                <a:latin typeface="+mn-lt"/>
              </a:rPr>
              <a:t>Trust</a:t>
            </a:r>
          </a:p>
          <a:p>
            <a:pPr eaLnBrk="0" hangingPunct="0">
              <a:lnSpc>
                <a:spcPct val="150000"/>
              </a:lnSpc>
              <a:spcBef>
                <a:spcPct val="20000"/>
              </a:spcBef>
              <a:buClr>
                <a:schemeClr val="accent1"/>
              </a:buClr>
              <a:buFont typeface="Courier New" pitchFamily="49" charset="0"/>
              <a:buChar char="o"/>
              <a:defRPr/>
            </a:pPr>
            <a:r>
              <a:rPr lang="en-US" sz="2400" b="1" dirty="0">
                <a:latin typeface="+mn-lt"/>
              </a:rPr>
              <a:t> Farmer Data Policy</a:t>
            </a:r>
          </a:p>
          <a:p>
            <a:pPr eaLnBrk="0" hangingPunct="0">
              <a:lnSpc>
                <a:spcPct val="150000"/>
              </a:lnSpc>
              <a:spcBef>
                <a:spcPct val="20000"/>
              </a:spcBef>
              <a:buClr>
                <a:schemeClr val="accent1"/>
              </a:buClr>
              <a:buFont typeface="Courier New" pitchFamily="49" charset="0"/>
              <a:buChar char="o"/>
              <a:defRPr/>
            </a:pPr>
            <a:r>
              <a:rPr lang="en-US" sz="2400" b="1" dirty="0">
                <a:latin typeface="+mn-lt"/>
              </a:rPr>
              <a:t> Emerging Opportunities</a:t>
            </a:r>
          </a:p>
          <a:p>
            <a:pPr lvl="1" eaLnBrk="0" hangingPunct="0">
              <a:lnSpc>
                <a:spcPct val="150000"/>
              </a:lnSpc>
              <a:spcBef>
                <a:spcPct val="20000"/>
              </a:spcBef>
              <a:buClr>
                <a:schemeClr val="accent1"/>
              </a:buClr>
              <a:buFont typeface="Courier New" pitchFamily="49" charset="0"/>
              <a:buChar char="o"/>
              <a:defRPr/>
            </a:pPr>
            <a:r>
              <a:rPr lang="en-US" sz="2400" dirty="0">
                <a:latin typeface="+mn-lt"/>
              </a:rPr>
              <a:t> ID4D</a:t>
            </a:r>
          </a:p>
          <a:p>
            <a:pPr eaLnBrk="0" hangingPunct="0">
              <a:spcBef>
                <a:spcPct val="20000"/>
              </a:spcBef>
              <a:buClr>
                <a:schemeClr val="accent1"/>
              </a:buClr>
              <a:buFont typeface="Courier New" pitchFamily="49" charset="0"/>
              <a:buChar char="o"/>
              <a:defRPr/>
            </a:pPr>
            <a:endParaRPr lang="en-US" b="1" dirty="0">
              <a:latin typeface="+mn-lt"/>
              <a:cs typeface="ＭＳ Ｐゴシック" pitchFamily="34" charset="-128"/>
            </a:endParaRPr>
          </a:p>
        </p:txBody>
      </p:sp>
      <p:sp>
        <p:nvSpPr>
          <p:cNvPr id="2" name="Titre 1"/>
          <p:cNvSpPr>
            <a:spLocks noGrp="1"/>
          </p:cNvSpPr>
          <p:nvPr>
            <p:ph type="title"/>
          </p:nvPr>
        </p:nvSpPr>
        <p:spPr>
          <a:xfrm>
            <a:off x="448128" y="0"/>
            <a:ext cx="7303800" cy="812800"/>
          </a:xfrm>
        </p:spPr>
        <p:txBody>
          <a:bodyPr/>
          <a:lstStyle/>
          <a:p>
            <a:r>
              <a:rPr lang="en-US" dirty="0"/>
              <a:t>Other Enablers</a:t>
            </a:r>
          </a:p>
        </p:txBody>
      </p:sp>
      <p:pic>
        <p:nvPicPr>
          <p:cNvPr id="6" name="Image 5"/>
          <p:cNvPicPr>
            <a:picLocks noChangeAspect="1"/>
          </p:cNvPicPr>
          <p:nvPr/>
        </p:nvPicPr>
        <p:blipFill>
          <a:blip r:embed="rId3"/>
          <a:stretch>
            <a:fillRect/>
          </a:stretch>
        </p:blipFill>
        <p:spPr>
          <a:xfrm>
            <a:off x="4383529" y="1649959"/>
            <a:ext cx="4581556" cy="3258218"/>
          </a:xfrm>
          <a:prstGeom prst="rect">
            <a:avLst/>
          </a:prstGeom>
        </p:spPr>
      </p:pic>
    </p:spTree>
    <p:extLst>
      <p:ext uri="{BB962C8B-B14F-4D97-AF65-F5344CB8AC3E}">
        <p14:creationId xmlns:p14="http://schemas.microsoft.com/office/powerpoint/2010/main" val="1287854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re 2"/>
          <p:cNvSpPr>
            <a:spLocks noGrp="1"/>
          </p:cNvSpPr>
          <p:nvPr>
            <p:ph type="title"/>
          </p:nvPr>
        </p:nvSpPr>
        <p:spPr>
          <a:xfrm>
            <a:off x="447675" y="354842"/>
            <a:ext cx="5884886" cy="382138"/>
          </a:xfrm>
        </p:spPr>
        <p:txBody>
          <a:bodyPr/>
          <a:lstStyle/>
          <a:p>
            <a:pPr>
              <a:defRPr/>
            </a:pPr>
            <a:r>
              <a:rPr lang="fr-FR" dirty="0"/>
              <a:t>Document Structure</a:t>
            </a:r>
            <a:br>
              <a:rPr lang="en-US" sz="2800" dirty="0">
                <a:latin typeface="Trebuchet MS" pitchFamily="34" charset="0"/>
                <a:cs typeface="ＭＳ Ｐゴシック" pitchFamily="34" charset="-128"/>
              </a:rPr>
            </a:br>
            <a:endParaRPr lang="en-US" dirty="0"/>
          </a:p>
        </p:txBody>
      </p:sp>
      <p:sp>
        <p:nvSpPr>
          <p:cNvPr id="11" name="Espace réservé du contenu 1"/>
          <p:cNvSpPr>
            <a:spLocks/>
          </p:cNvSpPr>
          <p:nvPr/>
        </p:nvSpPr>
        <p:spPr bwMode="auto">
          <a:xfrm>
            <a:off x="198315" y="1004865"/>
            <a:ext cx="8536251" cy="3736122"/>
          </a:xfrm>
          <a:prstGeom prst="rect">
            <a:avLst/>
          </a:prstGeom>
          <a:noFill/>
          <a:ln>
            <a:noFill/>
          </a:ln>
          <a:extLst/>
        </p:spPr>
        <p:txBody>
          <a:bodyPr/>
          <a:lstStyle/>
          <a:p>
            <a:pPr eaLnBrk="0" hangingPunct="0">
              <a:spcBef>
                <a:spcPct val="20000"/>
              </a:spcBef>
              <a:buClr>
                <a:schemeClr val="accent1"/>
              </a:buClr>
              <a:buFont typeface="Courier New" pitchFamily="49" charset="0"/>
              <a:buChar char="o"/>
              <a:defRPr/>
            </a:pPr>
            <a:r>
              <a:rPr lang="en-US" sz="2300" dirty="0">
                <a:latin typeface="Trebuchet MS" pitchFamily="34" charset="0"/>
                <a:cs typeface="ＭＳ Ｐゴシック" pitchFamily="34" charset="-128"/>
              </a:rPr>
              <a:t> </a:t>
            </a:r>
            <a:r>
              <a:rPr lang="en-US" sz="2000" dirty="0">
                <a:latin typeface="+mn-lt"/>
              </a:rPr>
              <a:t>Introduction</a:t>
            </a:r>
          </a:p>
          <a:p>
            <a:pPr eaLnBrk="0" hangingPunct="0">
              <a:spcBef>
                <a:spcPct val="20000"/>
              </a:spcBef>
              <a:buClr>
                <a:schemeClr val="accent1"/>
              </a:buClr>
              <a:buFont typeface="Courier New" pitchFamily="49" charset="0"/>
              <a:buChar char="o"/>
              <a:defRPr/>
            </a:pPr>
            <a:r>
              <a:rPr lang="en-US" sz="2000" dirty="0">
                <a:latin typeface="+mn-lt"/>
              </a:rPr>
              <a:t> Methodology</a:t>
            </a:r>
          </a:p>
          <a:p>
            <a:pPr eaLnBrk="0" hangingPunct="0">
              <a:spcBef>
                <a:spcPct val="20000"/>
              </a:spcBef>
              <a:buClr>
                <a:schemeClr val="accent1"/>
              </a:buClr>
              <a:buFont typeface="Courier New" pitchFamily="49" charset="0"/>
              <a:buChar char="o"/>
              <a:defRPr/>
            </a:pPr>
            <a:r>
              <a:rPr lang="en-US" sz="2000" dirty="0">
                <a:latin typeface="+mn-lt"/>
              </a:rPr>
              <a:t> Approach </a:t>
            </a:r>
          </a:p>
          <a:p>
            <a:pPr eaLnBrk="0" hangingPunct="0">
              <a:spcBef>
                <a:spcPct val="20000"/>
              </a:spcBef>
              <a:buClr>
                <a:schemeClr val="accent1"/>
              </a:buClr>
              <a:buFont typeface="Courier New" pitchFamily="49" charset="0"/>
              <a:buChar char="o"/>
              <a:defRPr/>
            </a:pPr>
            <a:r>
              <a:rPr lang="en-US" sz="2000" dirty="0">
                <a:latin typeface="+mn-lt"/>
              </a:rPr>
              <a:t> Scope of the study</a:t>
            </a:r>
          </a:p>
          <a:p>
            <a:pPr eaLnBrk="0" hangingPunct="0">
              <a:spcBef>
                <a:spcPct val="20000"/>
              </a:spcBef>
              <a:buClr>
                <a:schemeClr val="accent1"/>
              </a:buClr>
              <a:buFont typeface="Courier New" pitchFamily="49" charset="0"/>
              <a:buChar char="o"/>
              <a:defRPr/>
            </a:pPr>
            <a:r>
              <a:rPr lang="en-US" sz="2000" dirty="0">
                <a:latin typeface="+mn-lt"/>
              </a:rPr>
              <a:t> Data needs analysis across the Crop lifecycle</a:t>
            </a:r>
          </a:p>
          <a:p>
            <a:pPr lvl="1" eaLnBrk="0" hangingPunct="0">
              <a:spcBef>
                <a:spcPct val="20000"/>
              </a:spcBef>
              <a:buClr>
                <a:schemeClr val="accent1"/>
              </a:buClr>
              <a:buFont typeface="Courier New" pitchFamily="49" charset="0"/>
              <a:buChar char="o"/>
              <a:defRPr/>
            </a:pPr>
            <a:r>
              <a:rPr lang="en-US" sz="2000" dirty="0">
                <a:latin typeface="+mn-lt"/>
              </a:rPr>
              <a:t> Pre-cultivation</a:t>
            </a:r>
          </a:p>
          <a:p>
            <a:pPr lvl="1" eaLnBrk="0" hangingPunct="0">
              <a:spcBef>
                <a:spcPct val="20000"/>
              </a:spcBef>
              <a:buClr>
                <a:schemeClr val="accent1"/>
              </a:buClr>
              <a:buFont typeface="Courier New" pitchFamily="49" charset="0"/>
              <a:buChar char="o"/>
              <a:defRPr/>
            </a:pPr>
            <a:r>
              <a:rPr lang="en-US" sz="2000" dirty="0">
                <a:latin typeface="+mn-lt"/>
              </a:rPr>
              <a:t> Crop-cultivation &amp; Harvesting</a:t>
            </a:r>
          </a:p>
          <a:p>
            <a:pPr lvl="1" eaLnBrk="0" hangingPunct="0">
              <a:spcBef>
                <a:spcPct val="20000"/>
              </a:spcBef>
              <a:buClr>
                <a:schemeClr val="accent1"/>
              </a:buClr>
              <a:buFont typeface="Courier New" pitchFamily="49" charset="0"/>
              <a:buChar char="o"/>
              <a:defRPr/>
            </a:pPr>
            <a:r>
              <a:rPr lang="en-US" sz="2000" dirty="0">
                <a:latin typeface="+mn-lt"/>
              </a:rPr>
              <a:t> Post-Harvest</a:t>
            </a:r>
          </a:p>
          <a:p>
            <a:pPr eaLnBrk="0" hangingPunct="0">
              <a:spcBef>
                <a:spcPct val="20000"/>
              </a:spcBef>
              <a:buClr>
                <a:schemeClr val="accent1"/>
              </a:buClr>
              <a:buFont typeface="Courier New" pitchFamily="49" charset="0"/>
              <a:buChar char="o"/>
              <a:defRPr/>
            </a:pPr>
            <a:r>
              <a:rPr lang="en-US" sz="2000" dirty="0">
                <a:latin typeface="+mn-lt"/>
              </a:rPr>
              <a:t> Synthesis</a:t>
            </a:r>
          </a:p>
          <a:p>
            <a:pPr lvl="1" eaLnBrk="0" hangingPunct="0">
              <a:spcBef>
                <a:spcPct val="20000"/>
              </a:spcBef>
              <a:buClr>
                <a:schemeClr val="accent1"/>
              </a:buClr>
              <a:buFont typeface="Courier New" pitchFamily="49" charset="0"/>
              <a:buChar char="o"/>
              <a:defRPr/>
            </a:pPr>
            <a:r>
              <a:rPr lang="en-US" sz="2000" dirty="0">
                <a:latin typeface="+mn-lt"/>
              </a:rPr>
              <a:t> Datasets relevance per crop cycle</a:t>
            </a:r>
          </a:p>
          <a:p>
            <a:pPr lvl="1" eaLnBrk="0" hangingPunct="0">
              <a:spcBef>
                <a:spcPct val="20000"/>
              </a:spcBef>
              <a:buClr>
                <a:schemeClr val="accent1"/>
              </a:buClr>
              <a:buFont typeface="Courier New" pitchFamily="49" charset="0"/>
              <a:buChar char="o"/>
              <a:defRPr/>
            </a:pPr>
            <a:r>
              <a:rPr lang="en-US" sz="2000" dirty="0">
                <a:latin typeface="+mn-lt"/>
              </a:rPr>
              <a:t> Data capture technologies relevance</a:t>
            </a:r>
            <a:r>
              <a:rPr lang="en-US" sz="2000" dirty="0"/>
              <a:t> &amp; challenges</a:t>
            </a:r>
            <a:r>
              <a:rPr lang="en-US" sz="2000" dirty="0">
                <a:latin typeface="+mn-lt"/>
              </a:rPr>
              <a:t> per crop cycle </a:t>
            </a:r>
          </a:p>
          <a:p>
            <a:pPr lvl="1" eaLnBrk="0" hangingPunct="0">
              <a:spcBef>
                <a:spcPct val="20000"/>
              </a:spcBef>
              <a:buClr>
                <a:schemeClr val="accent1"/>
              </a:buClr>
              <a:buFont typeface="Courier New" pitchFamily="49" charset="0"/>
              <a:buChar char="o"/>
              <a:defRPr/>
            </a:pPr>
            <a:r>
              <a:rPr lang="en-US" sz="2000" dirty="0">
                <a:latin typeface="+mn-lt"/>
              </a:rPr>
              <a:t> Data delivery technologies relevance </a:t>
            </a:r>
            <a:r>
              <a:rPr lang="en-US" sz="2000" dirty="0"/>
              <a:t>&amp; challenges </a:t>
            </a:r>
            <a:r>
              <a:rPr lang="en-US" sz="2000" dirty="0">
                <a:latin typeface="+mn-lt"/>
              </a:rPr>
              <a:t>per crop cycle</a:t>
            </a:r>
          </a:p>
          <a:p>
            <a:pPr lvl="1" eaLnBrk="0" hangingPunct="0">
              <a:spcBef>
                <a:spcPct val="20000"/>
              </a:spcBef>
              <a:buClr>
                <a:schemeClr val="accent1"/>
              </a:buClr>
              <a:buFont typeface="Courier New" pitchFamily="49" charset="0"/>
              <a:buChar char="o"/>
              <a:defRPr/>
            </a:pPr>
            <a:r>
              <a:rPr lang="en-US" sz="2000" dirty="0">
                <a:latin typeface="+mn-lt"/>
              </a:rPr>
              <a:t> Farmer Profile </a:t>
            </a:r>
            <a:r>
              <a:rPr lang="en-US" sz="2000" dirty="0"/>
              <a:t>&amp; challenges </a:t>
            </a:r>
            <a:endParaRPr lang="en-US" sz="2000" dirty="0">
              <a:latin typeface="+mn-lt"/>
            </a:endParaRPr>
          </a:p>
          <a:p>
            <a:pPr lvl="1" eaLnBrk="0" hangingPunct="0">
              <a:spcBef>
                <a:spcPct val="20000"/>
              </a:spcBef>
              <a:buClr>
                <a:schemeClr val="accent1"/>
              </a:buClr>
              <a:buFont typeface="Courier New" pitchFamily="49" charset="0"/>
              <a:buChar char="o"/>
              <a:defRPr/>
            </a:pPr>
            <a:r>
              <a:rPr lang="en-US" sz="2000" dirty="0">
                <a:latin typeface="+mn-lt"/>
              </a:rPr>
              <a:t> Other enablers</a:t>
            </a:r>
          </a:p>
          <a:p>
            <a:pPr eaLnBrk="0" hangingPunct="0">
              <a:spcBef>
                <a:spcPct val="20000"/>
              </a:spcBef>
              <a:buClr>
                <a:schemeClr val="accent1"/>
              </a:buClr>
              <a:buFont typeface="Courier New" pitchFamily="49" charset="0"/>
              <a:buChar char="o"/>
              <a:defRPr/>
            </a:pPr>
            <a:r>
              <a:rPr lang="en-US" sz="2000" dirty="0">
                <a:latin typeface="+mn-lt"/>
              </a:rPr>
              <a:t> Conclusion</a:t>
            </a:r>
          </a:p>
          <a:p>
            <a:pPr eaLnBrk="0" hangingPunct="0">
              <a:spcBef>
                <a:spcPct val="20000"/>
              </a:spcBef>
              <a:buClr>
                <a:schemeClr val="accent1"/>
              </a:buClr>
              <a:buFont typeface="Courier New" pitchFamily="49" charset="0"/>
              <a:buChar char="o"/>
              <a:defRPr/>
            </a:pPr>
            <a:endParaRPr lang="en-US" sz="2300" dirty="0">
              <a:latin typeface="Trebuchet MS" pitchFamily="34" charset="0"/>
              <a:cs typeface="ＭＳ Ｐゴシック" pitchFamily="34" charset="-128"/>
            </a:endParaRPr>
          </a:p>
          <a:p>
            <a:pPr eaLnBrk="0" hangingPunct="0">
              <a:spcBef>
                <a:spcPct val="20000"/>
              </a:spcBef>
              <a:buClr>
                <a:schemeClr val="accent1"/>
              </a:buClr>
              <a:buFont typeface="Courier New" pitchFamily="49" charset="0"/>
              <a:buChar char="o"/>
              <a:defRPr/>
            </a:pPr>
            <a:endParaRPr lang="en-US" sz="2300" dirty="0">
              <a:latin typeface="Trebuchet MS" pitchFamily="34" charset="0"/>
              <a:cs typeface="ＭＳ Ｐゴシック" pitchFamily="34" charset="-128"/>
            </a:endParaRPr>
          </a:p>
        </p:txBody>
      </p:sp>
      <p:pic>
        <p:nvPicPr>
          <p:cNvPr id="2" name="Image 1"/>
          <p:cNvPicPr>
            <a:picLocks noChangeAspect="1"/>
          </p:cNvPicPr>
          <p:nvPr/>
        </p:nvPicPr>
        <p:blipFill>
          <a:blip r:embed="rId3"/>
          <a:stretch>
            <a:fillRect/>
          </a:stretch>
        </p:blipFill>
        <p:spPr>
          <a:xfrm>
            <a:off x="6485964" y="1281953"/>
            <a:ext cx="2438400" cy="2438400"/>
          </a:xfrm>
          <a:prstGeom prst="rect">
            <a:avLst/>
          </a:prstGeom>
        </p:spPr>
      </p:pic>
    </p:spTree>
    <p:extLst>
      <p:ext uri="{BB962C8B-B14F-4D97-AF65-F5344CB8AC3E}">
        <p14:creationId xmlns:p14="http://schemas.microsoft.com/office/powerpoint/2010/main" val="220909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re 2"/>
          <p:cNvSpPr>
            <a:spLocks noGrp="1"/>
          </p:cNvSpPr>
          <p:nvPr>
            <p:ph type="title"/>
          </p:nvPr>
        </p:nvSpPr>
        <p:spPr>
          <a:xfrm>
            <a:off x="447675" y="354842"/>
            <a:ext cx="5884886" cy="382138"/>
          </a:xfrm>
        </p:spPr>
        <p:txBody>
          <a:bodyPr/>
          <a:lstStyle/>
          <a:p>
            <a:pPr>
              <a:defRPr/>
            </a:pPr>
            <a:r>
              <a:rPr lang="fr-FR" dirty="0" err="1"/>
              <a:t>Timeline</a:t>
            </a:r>
            <a:br>
              <a:rPr lang="en-US" sz="2800" dirty="0">
                <a:latin typeface="Trebuchet MS" pitchFamily="34" charset="0"/>
                <a:cs typeface="ＭＳ Ｐゴシック" pitchFamily="34" charset="-128"/>
              </a:rPr>
            </a:br>
            <a:endParaRPr lang="en-US" dirty="0"/>
          </a:p>
        </p:txBody>
      </p:sp>
      <p:sp>
        <p:nvSpPr>
          <p:cNvPr id="11" name="Espace réservé du contenu 1"/>
          <p:cNvSpPr>
            <a:spLocks/>
          </p:cNvSpPr>
          <p:nvPr/>
        </p:nvSpPr>
        <p:spPr bwMode="auto">
          <a:xfrm>
            <a:off x="157975" y="1354488"/>
            <a:ext cx="6915178" cy="3736122"/>
          </a:xfrm>
          <a:prstGeom prst="rect">
            <a:avLst/>
          </a:prstGeom>
          <a:noFill/>
          <a:ln>
            <a:noFill/>
          </a:ln>
          <a:extLst/>
        </p:spPr>
        <p:txBody>
          <a:bodyPr/>
          <a:lstStyle/>
          <a:p>
            <a:pPr eaLnBrk="0" hangingPunct="0">
              <a:spcBef>
                <a:spcPct val="20000"/>
              </a:spcBef>
              <a:buClr>
                <a:schemeClr val="accent1"/>
              </a:buClr>
              <a:buFont typeface="Courier New" pitchFamily="49" charset="0"/>
              <a:buChar char="o"/>
              <a:defRPr/>
            </a:pPr>
            <a:r>
              <a:rPr lang="en-US" sz="2300" dirty="0">
                <a:latin typeface="Trebuchet MS" pitchFamily="34" charset="0"/>
                <a:cs typeface="ＭＳ Ｐゴシック" pitchFamily="34" charset="-128"/>
              </a:rPr>
              <a:t> </a:t>
            </a:r>
            <a:r>
              <a:rPr lang="en-US" sz="2400" b="1" dirty="0">
                <a:latin typeface="+mn-lt"/>
              </a:rPr>
              <a:t>Today</a:t>
            </a:r>
            <a:r>
              <a:rPr lang="en-US" sz="2400" dirty="0">
                <a:latin typeface="+mn-lt"/>
              </a:rPr>
              <a:t>:</a:t>
            </a:r>
          </a:p>
          <a:p>
            <a:pPr lvl="1" eaLnBrk="0" hangingPunct="0">
              <a:spcBef>
                <a:spcPct val="20000"/>
              </a:spcBef>
              <a:buClr>
                <a:schemeClr val="accent1"/>
              </a:buClr>
              <a:buFont typeface="Courier New" pitchFamily="49" charset="0"/>
              <a:buChar char="o"/>
              <a:defRPr/>
            </a:pPr>
            <a:r>
              <a:rPr lang="en-US" sz="2400" dirty="0">
                <a:latin typeface="+mn-lt"/>
              </a:rPr>
              <a:t> Discussion on the approach</a:t>
            </a:r>
          </a:p>
          <a:p>
            <a:pPr lvl="1" eaLnBrk="0" hangingPunct="0">
              <a:spcBef>
                <a:spcPct val="20000"/>
              </a:spcBef>
              <a:buClr>
                <a:schemeClr val="accent1"/>
              </a:buClr>
              <a:buFont typeface="Courier New" pitchFamily="49" charset="0"/>
              <a:buChar char="o"/>
              <a:defRPr/>
            </a:pPr>
            <a:r>
              <a:rPr lang="en-US" sz="2400" dirty="0">
                <a:latin typeface="+mn-lt"/>
              </a:rPr>
              <a:t> Capture of information/discussion/interviews with CTA experts on specific elements:</a:t>
            </a:r>
          </a:p>
          <a:p>
            <a:pPr lvl="2" eaLnBrk="0" hangingPunct="0">
              <a:spcBef>
                <a:spcPct val="20000"/>
              </a:spcBef>
              <a:buClr>
                <a:schemeClr val="accent1"/>
              </a:buClr>
              <a:buFont typeface="Courier New" pitchFamily="49" charset="0"/>
              <a:buChar char="o"/>
              <a:defRPr/>
            </a:pPr>
            <a:r>
              <a:rPr lang="en-US" sz="2400" dirty="0">
                <a:latin typeface="+mn-lt"/>
              </a:rPr>
              <a:t> Services</a:t>
            </a:r>
          </a:p>
          <a:p>
            <a:pPr lvl="2" eaLnBrk="0" hangingPunct="0">
              <a:spcBef>
                <a:spcPct val="20000"/>
              </a:spcBef>
              <a:buClr>
                <a:schemeClr val="accent1"/>
              </a:buClr>
              <a:buFont typeface="Courier New" pitchFamily="49" charset="0"/>
              <a:buChar char="o"/>
              <a:defRPr/>
            </a:pPr>
            <a:r>
              <a:rPr lang="en-US" sz="2400" dirty="0">
                <a:latin typeface="+mn-lt"/>
              </a:rPr>
              <a:t> Technologies: Drones, </a:t>
            </a:r>
            <a:r>
              <a:rPr lang="en-US" sz="2400" dirty="0" err="1">
                <a:latin typeface="+mn-lt"/>
              </a:rPr>
              <a:t>IoT</a:t>
            </a:r>
            <a:r>
              <a:rPr lang="en-US" sz="2400" dirty="0">
                <a:latin typeface="+mn-lt"/>
              </a:rPr>
              <a:t>, etc.</a:t>
            </a:r>
          </a:p>
          <a:p>
            <a:pPr eaLnBrk="0" hangingPunct="0">
              <a:spcBef>
                <a:spcPct val="20000"/>
              </a:spcBef>
              <a:buClr>
                <a:schemeClr val="accent1"/>
              </a:buClr>
              <a:buFont typeface="Courier New" pitchFamily="49" charset="0"/>
              <a:buChar char="o"/>
              <a:defRPr/>
            </a:pPr>
            <a:r>
              <a:rPr lang="en-US" sz="2400" b="1" dirty="0">
                <a:latin typeface="+mn-lt"/>
              </a:rPr>
              <a:t> </a:t>
            </a:r>
            <a:r>
              <a:rPr lang="en-US" sz="2400" b="1" dirty="0" err="1">
                <a:latin typeface="+mn-lt"/>
              </a:rPr>
              <a:t>Godan</a:t>
            </a:r>
            <a:r>
              <a:rPr lang="en-US" sz="2400" dirty="0">
                <a:latin typeface="+mn-lt"/>
              </a:rPr>
              <a:t> </a:t>
            </a:r>
            <a:r>
              <a:rPr lang="en-US" sz="2400" b="1" dirty="0">
                <a:latin typeface="+mn-lt"/>
              </a:rPr>
              <a:t>Meeting </a:t>
            </a:r>
            <a:r>
              <a:rPr lang="en-US" sz="2400" dirty="0">
                <a:latin typeface="+mn-lt"/>
              </a:rPr>
              <a:t>(13-15 February)</a:t>
            </a:r>
          </a:p>
          <a:p>
            <a:pPr lvl="1" eaLnBrk="0" hangingPunct="0">
              <a:spcBef>
                <a:spcPct val="20000"/>
              </a:spcBef>
              <a:buClr>
                <a:schemeClr val="accent1"/>
              </a:buClr>
              <a:buFont typeface="Courier New" pitchFamily="49" charset="0"/>
              <a:buChar char="o"/>
              <a:defRPr/>
            </a:pPr>
            <a:r>
              <a:rPr lang="en-US" sz="2400" dirty="0">
                <a:latin typeface="+mn-lt"/>
              </a:rPr>
              <a:t> First output</a:t>
            </a:r>
          </a:p>
          <a:p>
            <a:pPr eaLnBrk="0" hangingPunct="0">
              <a:spcBef>
                <a:spcPct val="20000"/>
              </a:spcBef>
              <a:buClr>
                <a:schemeClr val="accent1"/>
              </a:buClr>
              <a:buFont typeface="Courier New" pitchFamily="49" charset="0"/>
              <a:buChar char="o"/>
              <a:defRPr/>
            </a:pPr>
            <a:r>
              <a:rPr lang="en-US" sz="2400" b="1" dirty="0">
                <a:latin typeface="+mn-lt"/>
              </a:rPr>
              <a:t> End of February</a:t>
            </a:r>
            <a:r>
              <a:rPr lang="en-US" sz="2400" dirty="0">
                <a:latin typeface="+mn-lt"/>
              </a:rPr>
              <a:t>: first integrated draft report</a:t>
            </a:r>
          </a:p>
          <a:p>
            <a:pPr eaLnBrk="0" hangingPunct="0">
              <a:spcBef>
                <a:spcPct val="20000"/>
              </a:spcBef>
              <a:buClr>
                <a:schemeClr val="accent1"/>
              </a:buClr>
              <a:buFont typeface="Courier New" pitchFamily="49" charset="0"/>
              <a:buChar char="o"/>
              <a:defRPr/>
            </a:pPr>
            <a:r>
              <a:rPr lang="en-US" sz="2400" b="1" dirty="0">
                <a:latin typeface="+mn-lt"/>
              </a:rPr>
              <a:t> End of march</a:t>
            </a:r>
            <a:r>
              <a:rPr lang="en-US" sz="2400" dirty="0">
                <a:latin typeface="+mn-lt"/>
              </a:rPr>
              <a:t>: final report</a:t>
            </a:r>
          </a:p>
          <a:p>
            <a:pPr eaLnBrk="0" hangingPunct="0">
              <a:spcBef>
                <a:spcPct val="20000"/>
              </a:spcBef>
              <a:buClr>
                <a:schemeClr val="accent1"/>
              </a:buClr>
              <a:buFont typeface="Courier New" pitchFamily="49" charset="0"/>
              <a:buChar char="o"/>
              <a:defRPr/>
            </a:pPr>
            <a:endParaRPr lang="en-US" sz="2300" dirty="0">
              <a:latin typeface="Trebuchet MS" pitchFamily="34" charset="0"/>
              <a:cs typeface="ＭＳ Ｐゴシック" pitchFamily="34" charset="-128"/>
            </a:endParaRPr>
          </a:p>
        </p:txBody>
      </p:sp>
      <p:pic>
        <p:nvPicPr>
          <p:cNvPr id="2" name="Image 1"/>
          <p:cNvPicPr>
            <a:picLocks noChangeAspect="1"/>
          </p:cNvPicPr>
          <p:nvPr/>
        </p:nvPicPr>
        <p:blipFill>
          <a:blip r:embed="rId3"/>
          <a:stretch>
            <a:fillRect/>
          </a:stretch>
        </p:blipFill>
        <p:spPr>
          <a:xfrm>
            <a:off x="5966433" y="2770093"/>
            <a:ext cx="3019108" cy="2532809"/>
          </a:xfrm>
          <a:prstGeom prst="rect">
            <a:avLst/>
          </a:prstGeom>
        </p:spPr>
      </p:pic>
    </p:spTree>
    <p:extLst>
      <p:ext uri="{BB962C8B-B14F-4D97-AF65-F5344CB8AC3E}">
        <p14:creationId xmlns:p14="http://schemas.microsoft.com/office/powerpoint/2010/main" val="2188796749"/>
      </p:ext>
    </p:extLst>
  </p:cSld>
  <p:clrMapOvr>
    <a:masterClrMapping/>
  </p:clrMapOvr>
</p:sld>
</file>

<file path=ppt/theme/theme1.xml><?xml version="1.0" encoding="utf-8"?>
<a:theme xmlns:a="http://schemas.openxmlformats.org/drawingml/2006/main" name="Thème Office">
  <a:themeElements>
    <a:clrScheme name="web foundation 1">
      <a:dk1>
        <a:srgbClr val="535555"/>
      </a:dk1>
      <a:lt1>
        <a:srgbClr val="FFFFFF"/>
      </a:lt1>
      <a:dk2>
        <a:srgbClr val="747678"/>
      </a:dk2>
      <a:lt2>
        <a:srgbClr val="E5E6E5"/>
      </a:lt2>
      <a:accent1>
        <a:srgbClr val="A4C400"/>
      </a:accent1>
      <a:accent2>
        <a:srgbClr val="C50A1D"/>
      </a:accent2>
      <a:accent3>
        <a:srgbClr val="B5418B"/>
      </a:accent3>
      <a:accent4>
        <a:srgbClr val="38B5B8"/>
      </a:accent4>
      <a:accent5>
        <a:srgbClr val="F29400"/>
      </a:accent5>
      <a:accent6>
        <a:srgbClr val="E1DC00"/>
      </a:accent6>
      <a:hlink>
        <a:srgbClr val="363636"/>
      </a:hlink>
      <a:folHlink>
        <a:srgbClr val="B8A796"/>
      </a:folHlink>
    </a:clrScheme>
    <a:fontScheme name="Révolution">
      <a:majorFont>
        <a:latin typeface="Trebuchet MS"/>
        <a:ea typeface=""/>
        <a:cs typeface=""/>
        <a:font script="Jpan" typeface="ＭＳ ゴシック"/>
      </a:majorFont>
      <a:minorFont>
        <a:latin typeface="Trebuchet MS"/>
        <a:ea typeface=""/>
        <a:cs typeface=""/>
        <a:font script="Jpan" typeface="ＭＳ ゴシック"/>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25400" cap="flat" cmpd="sng" algn="ctr">
          <a:solidFill>
            <a:schemeClr val="tx1"/>
          </a:solidFill>
          <a:prstDash val="solid"/>
          <a:round/>
          <a:headEnd type="none" w="med" len="med"/>
          <a:tailEnd type="none" w="med" len="med"/>
        </a:ln>
        <a:effectLst>
          <a:reflection blurRad="6350" stA="52000" endA="300" endPos="35000" dir="5400000" sy="-100000" algn="bl" rotWithShape="0"/>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59279</TotalTime>
  <Words>840</Words>
  <Application>Microsoft Office PowerPoint</Application>
  <PresentationFormat>Affichage à l'écran (4:3)</PresentationFormat>
  <Paragraphs>117</Paragraphs>
  <Slides>18</Slides>
  <Notes>11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18</vt:i4>
      </vt:variant>
    </vt:vector>
  </HeadingPairs>
  <TitlesOfParts>
    <vt:vector size="25" baseType="lpstr">
      <vt:lpstr>ＭＳ Ｐゴシック</vt:lpstr>
      <vt:lpstr>Arial</vt:lpstr>
      <vt:lpstr>Calibri</vt:lpstr>
      <vt:lpstr>Calibri (Titres)</vt:lpstr>
      <vt:lpstr>Courier New</vt:lpstr>
      <vt:lpstr>Trebuchet MS</vt:lpstr>
      <vt:lpstr>Thème Office</vt:lpstr>
      <vt:lpstr>Data for Small-holder farmers </vt:lpstr>
      <vt:lpstr>SBC4D: Where ICT meets Social &amp; Economic Development</vt:lpstr>
      <vt:lpstr>The Problem &amp; The Opportunity</vt:lpstr>
      <vt:lpstr>The hypothesis</vt:lpstr>
      <vt:lpstr>Actionnable information &amp; Data needs </vt:lpstr>
      <vt:lpstr>Key Questions</vt:lpstr>
      <vt:lpstr>Approach</vt:lpstr>
      <vt:lpstr>Methodology</vt:lpstr>
      <vt:lpstr>Scope</vt:lpstr>
      <vt:lpstr>Crop Cycle</vt:lpstr>
      <vt:lpstr>Expected Output</vt:lpstr>
      <vt:lpstr>Overview of Data needs (WiP)</vt:lpstr>
      <vt:lpstr>Overview of technology relevance for data collection (WiP)</vt:lpstr>
      <vt:lpstr>Overview of technology relevance for service delivery (WiP)</vt:lpstr>
      <vt:lpstr>Farmer Profile (WiP)</vt:lpstr>
      <vt:lpstr>Other Enablers</vt:lpstr>
      <vt:lpstr>Document Structure </vt:lpstr>
      <vt:lpstr>Timeline </vt:lpstr>
    </vt:vector>
  </TitlesOfParts>
  <Company>WITHYOU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Fabrice de Comarmond</dc:creator>
  <cp:lastModifiedBy>Stephane Boyera</cp:lastModifiedBy>
  <cp:revision>775</cp:revision>
  <cp:lastPrinted>2011-11-29T16:00:44Z</cp:lastPrinted>
  <dcterms:created xsi:type="dcterms:W3CDTF">2009-10-15T09:24:18Z</dcterms:created>
  <dcterms:modified xsi:type="dcterms:W3CDTF">2017-01-09T15:48:01Z</dcterms:modified>
</cp:coreProperties>
</file>